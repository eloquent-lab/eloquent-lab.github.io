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2" r:id="rId6"/>
    <p:sldId id="263" r:id="rId7"/>
    <p:sldId id="272" r:id="rId8"/>
    <p:sldId id="266" r:id="rId9"/>
    <p:sldId id="257" r:id="rId10"/>
    <p:sldId id="261" r:id="rId11"/>
    <p:sldId id="265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5DDA44-D5CF-47C3-B274-6236F8DDC9C6}" v="44" dt="2025-09-05T19:25:42.3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15DB3A-FDC4-4307-A2AE-7A70101E6B2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79A3862-CCAA-4B3D-979E-775A75E2F71E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Galleries </a:t>
          </a:r>
        </a:p>
      </dgm:t>
    </dgm:pt>
    <dgm:pt modelId="{ED735455-C0D3-4F6A-BB21-4F06D2FDC0C6}" type="parTrans" cxnId="{DD27BA73-B905-4E3C-B3A5-E77E6C5302F1}">
      <dgm:prSet/>
      <dgm:spPr/>
      <dgm:t>
        <a:bodyPr/>
        <a:lstStyle/>
        <a:p>
          <a:endParaRPr lang="en-US"/>
        </a:p>
      </dgm:t>
    </dgm:pt>
    <dgm:pt modelId="{18725353-4B27-4C03-81F1-53BC81885D6C}" type="sibTrans" cxnId="{DD27BA73-B905-4E3C-B3A5-E77E6C5302F1}">
      <dgm:prSet/>
      <dgm:spPr/>
      <dgm:t>
        <a:bodyPr/>
        <a:lstStyle/>
        <a:p>
          <a:endParaRPr lang="en-US"/>
        </a:p>
      </dgm:t>
    </dgm:pt>
    <dgm:pt modelId="{FA05A31C-0508-483B-98B8-F0E2ECDE36E0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Libraries </a:t>
          </a:r>
        </a:p>
      </dgm:t>
    </dgm:pt>
    <dgm:pt modelId="{79823404-FCFE-4AEB-B0C3-DCF31C10CF4C}" type="parTrans" cxnId="{1F33A31E-CE32-42B3-B43A-6E6D3196AAF7}">
      <dgm:prSet/>
      <dgm:spPr/>
      <dgm:t>
        <a:bodyPr/>
        <a:lstStyle/>
        <a:p>
          <a:endParaRPr lang="en-US"/>
        </a:p>
      </dgm:t>
    </dgm:pt>
    <dgm:pt modelId="{67BA2579-D936-4E06-B1DD-0ABB97922887}" type="sibTrans" cxnId="{1F33A31E-CE32-42B3-B43A-6E6D3196AAF7}">
      <dgm:prSet/>
      <dgm:spPr/>
      <dgm:t>
        <a:bodyPr/>
        <a:lstStyle/>
        <a:p>
          <a:endParaRPr lang="en-US"/>
        </a:p>
      </dgm:t>
    </dgm:pt>
    <dgm:pt modelId="{70BACA98-F1C9-4F46-9A81-2BCE0ED5DF38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Archives</a:t>
          </a:r>
        </a:p>
      </dgm:t>
    </dgm:pt>
    <dgm:pt modelId="{332B7D4D-07B7-4C72-AC8D-558770CE497C}" type="parTrans" cxnId="{FE435383-6A77-44BF-93E0-CC40ACDACEFB}">
      <dgm:prSet/>
      <dgm:spPr/>
      <dgm:t>
        <a:bodyPr/>
        <a:lstStyle/>
        <a:p>
          <a:endParaRPr lang="en-US"/>
        </a:p>
      </dgm:t>
    </dgm:pt>
    <dgm:pt modelId="{779A2C0B-85B0-458C-970F-057B03EB102D}" type="sibTrans" cxnId="{FE435383-6A77-44BF-93E0-CC40ACDACEFB}">
      <dgm:prSet/>
      <dgm:spPr/>
      <dgm:t>
        <a:bodyPr/>
        <a:lstStyle/>
        <a:p>
          <a:endParaRPr lang="en-US"/>
        </a:p>
      </dgm:t>
    </dgm:pt>
    <dgm:pt modelId="{EA6CBD50-68CB-4CD3-A4CE-6C70CF1404FD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Museums</a:t>
          </a:r>
        </a:p>
      </dgm:t>
    </dgm:pt>
    <dgm:pt modelId="{F322DCDB-6967-4DE0-8AA8-707B21F0DC16}" type="parTrans" cxnId="{0EACB176-B21A-4136-AD16-EBE79A5FAFF7}">
      <dgm:prSet/>
      <dgm:spPr/>
      <dgm:t>
        <a:bodyPr/>
        <a:lstStyle/>
        <a:p>
          <a:endParaRPr lang="en-US"/>
        </a:p>
      </dgm:t>
    </dgm:pt>
    <dgm:pt modelId="{B8478AF1-03FB-411E-B38D-519F79F70690}" type="sibTrans" cxnId="{0EACB176-B21A-4136-AD16-EBE79A5FAFF7}">
      <dgm:prSet/>
      <dgm:spPr/>
      <dgm:t>
        <a:bodyPr/>
        <a:lstStyle/>
        <a:p>
          <a:endParaRPr lang="en-US"/>
        </a:p>
      </dgm:t>
    </dgm:pt>
    <dgm:pt modelId="{142158FD-69B8-49DD-9371-3B31108EE3B6}" type="pres">
      <dgm:prSet presAssocID="{0F15DB3A-FDC4-4307-A2AE-7A70101E6B2C}" presName="root" presStyleCnt="0">
        <dgm:presLayoutVars>
          <dgm:dir/>
          <dgm:resizeHandles val="exact"/>
        </dgm:presLayoutVars>
      </dgm:prSet>
      <dgm:spPr/>
    </dgm:pt>
    <dgm:pt modelId="{FC122E0A-A3DA-4434-9FA5-9C649BBDE17A}" type="pres">
      <dgm:prSet presAssocID="{079A3862-CCAA-4B3D-979E-775A75E2F71E}" presName="compNode" presStyleCnt="0"/>
      <dgm:spPr/>
    </dgm:pt>
    <dgm:pt modelId="{39FA1479-A367-4F73-BFE3-F21106AB90F4}" type="pres">
      <dgm:prSet presAssocID="{079A3862-CCAA-4B3D-979E-775A75E2F71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sel"/>
        </a:ext>
      </dgm:extLst>
    </dgm:pt>
    <dgm:pt modelId="{9A0164FC-2100-4A75-8576-42FC1BB83E22}" type="pres">
      <dgm:prSet presAssocID="{079A3862-CCAA-4B3D-979E-775A75E2F71E}" presName="spaceRect" presStyleCnt="0"/>
      <dgm:spPr/>
    </dgm:pt>
    <dgm:pt modelId="{0179990A-6D09-4BB8-AB55-DBC15557AA2B}" type="pres">
      <dgm:prSet presAssocID="{079A3862-CCAA-4B3D-979E-775A75E2F71E}" presName="textRect" presStyleLbl="revTx" presStyleIdx="0" presStyleCnt="4">
        <dgm:presLayoutVars>
          <dgm:chMax val="1"/>
          <dgm:chPref val="1"/>
        </dgm:presLayoutVars>
      </dgm:prSet>
      <dgm:spPr/>
    </dgm:pt>
    <dgm:pt modelId="{A62A3660-0E5C-43E4-AE3F-3F041C60B89E}" type="pres">
      <dgm:prSet presAssocID="{18725353-4B27-4C03-81F1-53BC81885D6C}" presName="sibTrans" presStyleCnt="0"/>
      <dgm:spPr/>
    </dgm:pt>
    <dgm:pt modelId="{4DF97548-61B7-42A2-9E59-B4B5CF2D664A}" type="pres">
      <dgm:prSet presAssocID="{FA05A31C-0508-483B-98B8-F0E2ECDE36E0}" presName="compNode" presStyleCnt="0"/>
      <dgm:spPr/>
    </dgm:pt>
    <dgm:pt modelId="{182F8EB8-EDB4-4BFD-ADD3-2CED632D872F}" type="pres">
      <dgm:prSet presAssocID="{FA05A31C-0508-483B-98B8-F0E2ECDE36E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F07F138B-A026-4A41-8325-E401E899F07B}" type="pres">
      <dgm:prSet presAssocID="{FA05A31C-0508-483B-98B8-F0E2ECDE36E0}" presName="spaceRect" presStyleCnt="0"/>
      <dgm:spPr/>
    </dgm:pt>
    <dgm:pt modelId="{A5DB664B-7984-4DAD-8B06-CF88724F6606}" type="pres">
      <dgm:prSet presAssocID="{FA05A31C-0508-483B-98B8-F0E2ECDE36E0}" presName="textRect" presStyleLbl="revTx" presStyleIdx="1" presStyleCnt="4">
        <dgm:presLayoutVars>
          <dgm:chMax val="1"/>
          <dgm:chPref val="1"/>
        </dgm:presLayoutVars>
      </dgm:prSet>
      <dgm:spPr/>
    </dgm:pt>
    <dgm:pt modelId="{815B4171-4199-44C8-A71B-9BD321218CEE}" type="pres">
      <dgm:prSet presAssocID="{67BA2579-D936-4E06-B1DD-0ABB97922887}" presName="sibTrans" presStyleCnt="0"/>
      <dgm:spPr/>
    </dgm:pt>
    <dgm:pt modelId="{516768E0-4341-47E2-9B33-4C46CC4FAB09}" type="pres">
      <dgm:prSet presAssocID="{70BACA98-F1C9-4F46-9A81-2BCE0ED5DF38}" presName="compNode" presStyleCnt="0"/>
      <dgm:spPr/>
    </dgm:pt>
    <dgm:pt modelId="{99986965-078D-403C-9D48-B26250B5E0A4}" type="pres">
      <dgm:prSet presAssocID="{70BACA98-F1C9-4F46-9A81-2BCE0ED5DF3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D3AC50E2-0496-49E1-B223-9B5B26A2B820}" type="pres">
      <dgm:prSet presAssocID="{70BACA98-F1C9-4F46-9A81-2BCE0ED5DF38}" presName="spaceRect" presStyleCnt="0"/>
      <dgm:spPr/>
    </dgm:pt>
    <dgm:pt modelId="{AC644A0F-A3D0-4F64-9DE9-8C7916B2A839}" type="pres">
      <dgm:prSet presAssocID="{70BACA98-F1C9-4F46-9A81-2BCE0ED5DF38}" presName="textRect" presStyleLbl="revTx" presStyleIdx="2" presStyleCnt="4">
        <dgm:presLayoutVars>
          <dgm:chMax val="1"/>
          <dgm:chPref val="1"/>
        </dgm:presLayoutVars>
      </dgm:prSet>
      <dgm:spPr/>
    </dgm:pt>
    <dgm:pt modelId="{9FC095AD-E936-4E6B-B3B9-761EDF3B71D8}" type="pres">
      <dgm:prSet presAssocID="{779A2C0B-85B0-458C-970F-057B03EB102D}" presName="sibTrans" presStyleCnt="0"/>
      <dgm:spPr/>
    </dgm:pt>
    <dgm:pt modelId="{EBC8BFB1-29B0-4CC3-9901-2BDFBB3100E5}" type="pres">
      <dgm:prSet presAssocID="{EA6CBD50-68CB-4CD3-A4CE-6C70CF1404FD}" presName="compNode" presStyleCnt="0"/>
      <dgm:spPr/>
    </dgm:pt>
    <dgm:pt modelId="{91BAB8C3-7CDD-438E-9ACF-CD7F8D60D2A3}" type="pres">
      <dgm:prSet presAssocID="{EA6CBD50-68CB-4CD3-A4CE-6C70CF1404F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E504FDA4-6B48-49A5-8BBC-9B60951463AA}" type="pres">
      <dgm:prSet presAssocID="{EA6CBD50-68CB-4CD3-A4CE-6C70CF1404FD}" presName="spaceRect" presStyleCnt="0"/>
      <dgm:spPr/>
    </dgm:pt>
    <dgm:pt modelId="{6A53B346-8315-4C7E-96E1-BE21D09E1500}" type="pres">
      <dgm:prSet presAssocID="{EA6CBD50-68CB-4CD3-A4CE-6C70CF1404F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9155106-1302-4E91-8D40-0844516BD289}" type="presOf" srcId="{0F15DB3A-FDC4-4307-A2AE-7A70101E6B2C}" destId="{142158FD-69B8-49DD-9371-3B31108EE3B6}" srcOrd="0" destOrd="0" presId="urn:microsoft.com/office/officeart/2018/2/layout/IconLabelList"/>
    <dgm:cxn modelId="{1F33A31E-CE32-42B3-B43A-6E6D3196AAF7}" srcId="{0F15DB3A-FDC4-4307-A2AE-7A70101E6B2C}" destId="{FA05A31C-0508-483B-98B8-F0E2ECDE36E0}" srcOrd="1" destOrd="0" parTransId="{79823404-FCFE-4AEB-B0C3-DCF31C10CF4C}" sibTransId="{67BA2579-D936-4E06-B1DD-0ABB97922887}"/>
    <dgm:cxn modelId="{3FDFCD34-C0C0-46BF-B748-597460E06769}" type="presOf" srcId="{079A3862-CCAA-4B3D-979E-775A75E2F71E}" destId="{0179990A-6D09-4BB8-AB55-DBC15557AA2B}" srcOrd="0" destOrd="0" presId="urn:microsoft.com/office/officeart/2018/2/layout/IconLabelList"/>
    <dgm:cxn modelId="{CF9A2269-2E3A-485C-A0FF-5F055039B808}" type="presOf" srcId="{70BACA98-F1C9-4F46-9A81-2BCE0ED5DF38}" destId="{AC644A0F-A3D0-4F64-9DE9-8C7916B2A839}" srcOrd="0" destOrd="0" presId="urn:microsoft.com/office/officeart/2018/2/layout/IconLabelList"/>
    <dgm:cxn modelId="{DD27BA73-B905-4E3C-B3A5-E77E6C5302F1}" srcId="{0F15DB3A-FDC4-4307-A2AE-7A70101E6B2C}" destId="{079A3862-CCAA-4B3D-979E-775A75E2F71E}" srcOrd="0" destOrd="0" parTransId="{ED735455-C0D3-4F6A-BB21-4F06D2FDC0C6}" sibTransId="{18725353-4B27-4C03-81F1-53BC81885D6C}"/>
    <dgm:cxn modelId="{0EACB176-B21A-4136-AD16-EBE79A5FAFF7}" srcId="{0F15DB3A-FDC4-4307-A2AE-7A70101E6B2C}" destId="{EA6CBD50-68CB-4CD3-A4CE-6C70CF1404FD}" srcOrd="3" destOrd="0" parTransId="{F322DCDB-6967-4DE0-8AA8-707B21F0DC16}" sibTransId="{B8478AF1-03FB-411E-B38D-519F79F70690}"/>
    <dgm:cxn modelId="{FE435383-6A77-44BF-93E0-CC40ACDACEFB}" srcId="{0F15DB3A-FDC4-4307-A2AE-7A70101E6B2C}" destId="{70BACA98-F1C9-4F46-9A81-2BCE0ED5DF38}" srcOrd="2" destOrd="0" parTransId="{332B7D4D-07B7-4C72-AC8D-558770CE497C}" sibTransId="{779A2C0B-85B0-458C-970F-057B03EB102D}"/>
    <dgm:cxn modelId="{EC4C83AD-F9A8-4894-8F47-E85FB01AD258}" type="presOf" srcId="{EA6CBD50-68CB-4CD3-A4CE-6C70CF1404FD}" destId="{6A53B346-8315-4C7E-96E1-BE21D09E1500}" srcOrd="0" destOrd="0" presId="urn:microsoft.com/office/officeart/2018/2/layout/IconLabelList"/>
    <dgm:cxn modelId="{4F2ADFB2-260D-4064-A61F-86E7489AAB98}" type="presOf" srcId="{FA05A31C-0508-483B-98B8-F0E2ECDE36E0}" destId="{A5DB664B-7984-4DAD-8B06-CF88724F6606}" srcOrd="0" destOrd="0" presId="urn:microsoft.com/office/officeart/2018/2/layout/IconLabelList"/>
    <dgm:cxn modelId="{D46F8B72-E35E-40E4-91A1-DE6375BC6CFF}" type="presParOf" srcId="{142158FD-69B8-49DD-9371-3B31108EE3B6}" destId="{FC122E0A-A3DA-4434-9FA5-9C649BBDE17A}" srcOrd="0" destOrd="0" presId="urn:microsoft.com/office/officeart/2018/2/layout/IconLabelList"/>
    <dgm:cxn modelId="{76EF7351-CE95-46B9-9AB5-257EFC317109}" type="presParOf" srcId="{FC122E0A-A3DA-4434-9FA5-9C649BBDE17A}" destId="{39FA1479-A367-4F73-BFE3-F21106AB90F4}" srcOrd="0" destOrd="0" presId="urn:microsoft.com/office/officeart/2018/2/layout/IconLabelList"/>
    <dgm:cxn modelId="{3CEED169-F4B8-4143-8AB7-C9D3290A7CCF}" type="presParOf" srcId="{FC122E0A-A3DA-4434-9FA5-9C649BBDE17A}" destId="{9A0164FC-2100-4A75-8576-42FC1BB83E22}" srcOrd="1" destOrd="0" presId="urn:microsoft.com/office/officeart/2018/2/layout/IconLabelList"/>
    <dgm:cxn modelId="{46918CDE-2B3B-48E1-B543-516367ED73F4}" type="presParOf" srcId="{FC122E0A-A3DA-4434-9FA5-9C649BBDE17A}" destId="{0179990A-6D09-4BB8-AB55-DBC15557AA2B}" srcOrd="2" destOrd="0" presId="urn:microsoft.com/office/officeart/2018/2/layout/IconLabelList"/>
    <dgm:cxn modelId="{BA770574-3D7D-436E-A8F0-43C61E93279D}" type="presParOf" srcId="{142158FD-69B8-49DD-9371-3B31108EE3B6}" destId="{A62A3660-0E5C-43E4-AE3F-3F041C60B89E}" srcOrd="1" destOrd="0" presId="urn:microsoft.com/office/officeart/2018/2/layout/IconLabelList"/>
    <dgm:cxn modelId="{4F97E7A1-44A0-4547-8E66-C7AC73990E6D}" type="presParOf" srcId="{142158FD-69B8-49DD-9371-3B31108EE3B6}" destId="{4DF97548-61B7-42A2-9E59-B4B5CF2D664A}" srcOrd="2" destOrd="0" presId="urn:microsoft.com/office/officeart/2018/2/layout/IconLabelList"/>
    <dgm:cxn modelId="{0FBDD851-71D1-454A-9AFC-225C3205D271}" type="presParOf" srcId="{4DF97548-61B7-42A2-9E59-B4B5CF2D664A}" destId="{182F8EB8-EDB4-4BFD-ADD3-2CED632D872F}" srcOrd="0" destOrd="0" presId="urn:microsoft.com/office/officeart/2018/2/layout/IconLabelList"/>
    <dgm:cxn modelId="{92E65590-4E66-4D20-B6FA-9E611FEE4336}" type="presParOf" srcId="{4DF97548-61B7-42A2-9E59-B4B5CF2D664A}" destId="{F07F138B-A026-4A41-8325-E401E899F07B}" srcOrd="1" destOrd="0" presId="urn:microsoft.com/office/officeart/2018/2/layout/IconLabelList"/>
    <dgm:cxn modelId="{14A6721B-4FC5-4794-A261-2062A2C1D88A}" type="presParOf" srcId="{4DF97548-61B7-42A2-9E59-B4B5CF2D664A}" destId="{A5DB664B-7984-4DAD-8B06-CF88724F6606}" srcOrd="2" destOrd="0" presId="urn:microsoft.com/office/officeart/2018/2/layout/IconLabelList"/>
    <dgm:cxn modelId="{6119ABC8-8A42-4C0B-B7A4-24F59D4CCB81}" type="presParOf" srcId="{142158FD-69B8-49DD-9371-3B31108EE3B6}" destId="{815B4171-4199-44C8-A71B-9BD321218CEE}" srcOrd="3" destOrd="0" presId="urn:microsoft.com/office/officeart/2018/2/layout/IconLabelList"/>
    <dgm:cxn modelId="{DEA25AD8-20EA-4F97-A82A-3F9973CEC43B}" type="presParOf" srcId="{142158FD-69B8-49DD-9371-3B31108EE3B6}" destId="{516768E0-4341-47E2-9B33-4C46CC4FAB09}" srcOrd="4" destOrd="0" presId="urn:microsoft.com/office/officeart/2018/2/layout/IconLabelList"/>
    <dgm:cxn modelId="{4D6F76EE-8C68-4D41-8BEB-EBC072FB73AE}" type="presParOf" srcId="{516768E0-4341-47E2-9B33-4C46CC4FAB09}" destId="{99986965-078D-403C-9D48-B26250B5E0A4}" srcOrd="0" destOrd="0" presId="urn:microsoft.com/office/officeart/2018/2/layout/IconLabelList"/>
    <dgm:cxn modelId="{C80708D6-AC69-4A61-8E1E-055D4453A432}" type="presParOf" srcId="{516768E0-4341-47E2-9B33-4C46CC4FAB09}" destId="{D3AC50E2-0496-49E1-B223-9B5B26A2B820}" srcOrd="1" destOrd="0" presId="urn:microsoft.com/office/officeart/2018/2/layout/IconLabelList"/>
    <dgm:cxn modelId="{1F373675-719A-4F4C-9F53-FBFB6E97479A}" type="presParOf" srcId="{516768E0-4341-47E2-9B33-4C46CC4FAB09}" destId="{AC644A0F-A3D0-4F64-9DE9-8C7916B2A839}" srcOrd="2" destOrd="0" presId="urn:microsoft.com/office/officeart/2018/2/layout/IconLabelList"/>
    <dgm:cxn modelId="{00BE932A-7F0A-4321-95D7-C55005FB805A}" type="presParOf" srcId="{142158FD-69B8-49DD-9371-3B31108EE3B6}" destId="{9FC095AD-E936-4E6B-B3B9-761EDF3B71D8}" srcOrd="5" destOrd="0" presId="urn:microsoft.com/office/officeart/2018/2/layout/IconLabelList"/>
    <dgm:cxn modelId="{28FA7513-F535-42A8-90B3-063993363068}" type="presParOf" srcId="{142158FD-69B8-49DD-9371-3B31108EE3B6}" destId="{EBC8BFB1-29B0-4CC3-9901-2BDFBB3100E5}" srcOrd="6" destOrd="0" presId="urn:microsoft.com/office/officeart/2018/2/layout/IconLabelList"/>
    <dgm:cxn modelId="{DFD7B865-1557-424D-BE06-90C56AC7D5B9}" type="presParOf" srcId="{EBC8BFB1-29B0-4CC3-9901-2BDFBB3100E5}" destId="{91BAB8C3-7CDD-438E-9ACF-CD7F8D60D2A3}" srcOrd="0" destOrd="0" presId="urn:microsoft.com/office/officeart/2018/2/layout/IconLabelList"/>
    <dgm:cxn modelId="{7277118A-79CB-42B7-BAF9-99905ED64286}" type="presParOf" srcId="{EBC8BFB1-29B0-4CC3-9901-2BDFBB3100E5}" destId="{E504FDA4-6B48-49A5-8BBC-9B60951463AA}" srcOrd="1" destOrd="0" presId="urn:microsoft.com/office/officeart/2018/2/layout/IconLabelList"/>
    <dgm:cxn modelId="{CD5B2608-BFEA-486A-98DA-285157A312AC}" type="presParOf" srcId="{EBC8BFB1-29B0-4CC3-9901-2BDFBB3100E5}" destId="{6A53B346-8315-4C7E-96E1-BE21D09E150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487C87-17CB-425F-9AD8-A629A5CF9A16}" type="doc">
      <dgm:prSet loTypeId="urn:microsoft.com/office/officeart/2005/8/layout/vList2" loCatId="list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75AD14A-874B-4682-B372-FED1C238F778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To avoid giving shiny but shallow answers that don’t match user needs.</a:t>
          </a:r>
        </a:p>
      </dgm:t>
    </dgm:pt>
    <dgm:pt modelId="{C841EFC8-6F5A-4EA7-834C-32371E38C69F}" type="parTrans" cxnId="{FDE979C1-4313-43E4-8238-34E72D3EB0F2}">
      <dgm:prSet/>
      <dgm:spPr/>
      <dgm:t>
        <a:bodyPr/>
        <a:lstStyle/>
        <a:p>
          <a:endParaRPr lang="en-US"/>
        </a:p>
      </dgm:t>
    </dgm:pt>
    <dgm:pt modelId="{0EF83841-D26F-46FF-BB72-FFD6D733553D}" type="sibTrans" cxnId="{FDE979C1-4313-43E4-8238-34E72D3EB0F2}">
      <dgm:prSet/>
      <dgm:spPr/>
      <dgm:t>
        <a:bodyPr/>
        <a:lstStyle/>
        <a:p>
          <a:endParaRPr lang="en-US"/>
        </a:p>
      </dgm:t>
    </dgm:pt>
    <dgm:pt modelId="{D2BE77EB-3626-4A90-B082-6E9BFBC41717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To mitigate the ignored emotional stages (user anxiety, uncertainty, confusion).</a:t>
          </a:r>
        </a:p>
      </dgm:t>
    </dgm:pt>
    <dgm:pt modelId="{570AE5E8-DC10-47B3-A47B-845329847A24}" type="parTrans" cxnId="{6C83DC12-F863-4B50-AD56-07A3E77A8ED1}">
      <dgm:prSet/>
      <dgm:spPr/>
      <dgm:t>
        <a:bodyPr/>
        <a:lstStyle/>
        <a:p>
          <a:endParaRPr lang="en-US"/>
        </a:p>
      </dgm:t>
    </dgm:pt>
    <dgm:pt modelId="{9CA0A59A-A381-4F2E-918E-0DB2D2CC38A5}" type="sibTrans" cxnId="{6C83DC12-F863-4B50-AD56-07A3E77A8ED1}">
      <dgm:prSet/>
      <dgm:spPr/>
      <dgm:t>
        <a:bodyPr/>
        <a:lstStyle/>
        <a:p>
          <a:endParaRPr lang="en-US"/>
        </a:p>
      </dgm:t>
    </dgm:pt>
    <dgm:pt modelId="{AE7B133C-1B83-4D39-88BD-4843E0F1A563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To avoid collapsing exploration into a single “answer,” undermining serendipity and discovery.</a:t>
          </a:r>
        </a:p>
      </dgm:t>
    </dgm:pt>
    <dgm:pt modelId="{4776D14F-74A2-4116-98BE-CCC30F9375F0}" type="parTrans" cxnId="{3969FC1E-92F0-4D8D-BDB3-435E032678A7}">
      <dgm:prSet/>
      <dgm:spPr/>
      <dgm:t>
        <a:bodyPr/>
        <a:lstStyle/>
        <a:p>
          <a:endParaRPr lang="en-US"/>
        </a:p>
      </dgm:t>
    </dgm:pt>
    <dgm:pt modelId="{10C715C0-FA4C-48BB-9B6A-0D3AAB5C57F4}" type="sibTrans" cxnId="{3969FC1E-92F0-4D8D-BDB3-435E032678A7}">
      <dgm:prSet/>
      <dgm:spPr/>
      <dgm:t>
        <a:bodyPr/>
        <a:lstStyle/>
        <a:p>
          <a:endParaRPr lang="en-US"/>
        </a:p>
      </dgm:t>
    </dgm:pt>
    <dgm:pt modelId="{6E1EAC07-6852-462D-96EC-BE85EDFF895D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To mitigate the risks of bias, hallucination, or lack of provenance, making users distrustful.</a:t>
          </a:r>
        </a:p>
      </dgm:t>
    </dgm:pt>
    <dgm:pt modelId="{E69B7435-B26D-4CBB-A63F-4661B47D84D1}" type="parTrans" cxnId="{0E9FB9CA-5E0A-4BF7-BE93-CCFEB623D00D}">
      <dgm:prSet/>
      <dgm:spPr/>
      <dgm:t>
        <a:bodyPr/>
        <a:lstStyle/>
        <a:p>
          <a:endParaRPr lang="en-US"/>
        </a:p>
      </dgm:t>
    </dgm:pt>
    <dgm:pt modelId="{98200246-7698-4D0D-B8E8-35E2F06956D6}" type="sibTrans" cxnId="{0E9FB9CA-5E0A-4BF7-BE93-CCFEB623D00D}">
      <dgm:prSet/>
      <dgm:spPr/>
      <dgm:t>
        <a:bodyPr/>
        <a:lstStyle/>
        <a:p>
          <a:endParaRPr lang="en-US"/>
        </a:p>
      </dgm:t>
    </dgm:pt>
    <dgm:pt modelId="{69598742-4770-40BD-83AE-F1A3DBF73E9F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So, without HII enhancement, the LLM is a black box Q&amp;A bot, not a trustworthy GLAM partner.</a:t>
          </a:r>
        </a:p>
      </dgm:t>
    </dgm:pt>
    <dgm:pt modelId="{35C13B1B-7F6B-45B5-95D2-037BD9327C98}" type="parTrans" cxnId="{8E55A467-665B-4164-BA4D-34236BBFAC98}">
      <dgm:prSet/>
      <dgm:spPr/>
      <dgm:t>
        <a:bodyPr/>
        <a:lstStyle/>
        <a:p>
          <a:endParaRPr lang="en-US"/>
        </a:p>
      </dgm:t>
    </dgm:pt>
    <dgm:pt modelId="{069E336A-EC53-41C3-8B3F-8EBBBC8C2B9B}" type="sibTrans" cxnId="{8E55A467-665B-4164-BA4D-34236BBFAC98}">
      <dgm:prSet/>
      <dgm:spPr/>
      <dgm:t>
        <a:bodyPr/>
        <a:lstStyle/>
        <a:p>
          <a:endParaRPr lang="en-US"/>
        </a:p>
      </dgm:t>
    </dgm:pt>
    <dgm:pt modelId="{AB99E5EC-46BB-4930-9A3E-7544B48FB951}" type="pres">
      <dgm:prSet presAssocID="{03487C87-17CB-425F-9AD8-A629A5CF9A16}" presName="linear" presStyleCnt="0">
        <dgm:presLayoutVars>
          <dgm:animLvl val="lvl"/>
          <dgm:resizeHandles val="exact"/>
        </dgm:presLayoutVars>
      </dgm:prSet>
      <dgm:spPr/>
    </dgm:pt>
    <dgm:pt modelId="{F7BEF1AC-F223-466C-BB85-F6178D9EE9D0}" type="pres">
      <dgm:prSet presAssocID="{675AD14A-874B-4682-B372-FED1C238F77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17869F9-D2E9-4B92-92D6-912CEE595D89}" type="pres">
      <dgm:prSet presAssocID="{0EF83841-D26F-46FF-BB72-FFD6D733553D}" presName="spacer" presStyleCnt="0"/>
      <dgm:spPr/>
    </dgm:pt>
    <dgm:pt modelId="{1E9D60C2-D94A-4C1F-9EEA-C370E1F34BFA}" type="pres">
      <dgm:prSet presAssocID="{D2BE77EB-3626-4A90-B082-6E9BFBC4171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45F1819-856C-47A0-B4EF-4E8A65705194}" type="pres">
      <dgm:prSet presAssocID="{9CA0A59A-A381-4F2E-918E-0DB2D2CC38A5}" presName="spacer" presStyleCnt="0"/>
      <dgm:spPr/>
    </dgm:pt>
    <dgm:pt modelId="{4AA1B524-B185-4A00-A48B-23A953053137}" type="pres">
      <dgm:prSet presAssocID="{AE7B133C-1B83-4D39-88BD-4843E0F1A56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0AB4DA3-7315-4FB1-85FC-D68962DF832C}" type="pres">
      <dgm:prSet presAssocID="{10C715C0-FA4C-48BB-9B6A-0D3AAB5C57F4}" presName="spacer" presStyleCnt="0"/>
      <dgm:spPr/>
    </dgm:pt>
    <dgm:pt modelId="{4295C3AE-D9E5-4AC6-9D55-C8EFD3936BF1}" type="pres">
      <dgm:prSet presAssocID="{6E1EAC07-6852-462D-96EC-BE85EDFF895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99B7E94-6F31-4971-8D47-3E20D8207304}" type="pres">
      <dgm:prSet presAssocID="{98200246-7698-4D0D-B8E8-35E2F06956D6}" presName="spacer" presStyleCnt="0"/>
      <dgm:spPr/>
    </dgm:pt>
    <dgm:pt modelId="{E0AF9F8B-F1A6-4938-94F6-1A6AAFFF5F15}" type="pres">
      <dgm:prSet presAssocID="{69598742-4770-40BD-83AE-F1A3DBF73E9F}" presName="parentText" presStyleLbl="node1" presStyleIdx="4" presStyleCnt="5" custLinFactNeighborY="16257">
        <dgm:presLayoutVars>
          <dgm:chMax val="0"/>
          <dgm:bulletEnabled val="1"/>
        </dgm:presLayoutVars>
      </dgm:prSet>
      <dgm:spPr/>
    </dgm:pt>
  </dgm:ptLst>
  <dgm:cxnLst>
    <dgm:cxn modelId="{B3428C02-87AB-4035-8019-7341F50A4F5E}" type="presOf" srcId="{6E1EAC07-6852-462D-96EC-BE85EDFF895D}" destId="{4295C3AE-D9E5-4AC6-9D55-C8EFD3936BF1}" srcOrd="0" destOrd="0" presId="urn:microsoft.com/office/officeart/2005/8/layout/vList2"/>
    <dgm:cxn modelId="{6C83DC12-F863-4B50-AD56-07A3E77A8ED1}" srcId="{03487C87-17CB-425F-9AD8-A629A5CF9A16}" destId="{D2BE77EB-3626-4A90-B082-6E9BFBC41717}" srcOrd="1" destOrd="0" parTransId="{570AE5E8-DC10-47B3-A47B-845329847A24}" sibTransId="{9CA0A59A-A381-4F2E-918E-0DB2D2CC38A5}"/>
    <dgm:cxn modelId="{3969FC1E-92F0-4D8D-BDB3-435E032678A7}" srcId="{03487C87-17CB-425F-9AD8-A629A5CF9A16}" destId="{AE7B133C-1B83-4D39-88BD-4843E0F1A563}" srcOrd="2" destOrd="0" parTransId="{4776D14F-74A2-4116-98BE-CCC30F9375F0}" sibTransId="{10C715C0-FA4C-48BB-9B6A-0D3AAB5C57F4}"/>
    <dgm:cxn modelId="{8E55A467-665B-4164-BA4D-34236BBFAC98}" srcId="{03487C87-17CB-425F-9AD8-A629A5CF9A16}" destId="{69598742-4770-40BD-83AE-F1A3DBF73E9F}" srcOrd="4" destOrd="0" parTransId="{35C13B1B-7F6B-45B5-95D2-037BD9327C98}" sibTransId="{069E336A-EC53-41C3-8B3F-8EBBBC8C2B9B}"/>
    <dgm:cxn modelId="{CAC38895-634A-4020-A13D-33B069A7D727}" type="presOf" srcId="{675AD14A-874B-4682-B372-FED1C238F778}" destId="{F7BEF1AC-F223-466C-BB85-F6178D9EE9D0}" srcOrd="0" destOrd="0" presId="urn:microsoft.com/office/officeart/2005/8/layout/vList2"/>
    <dgm:cxn modelId="{02177BA1-15F2-4CA3-BB87-07BB0ECF8DC4}" type="presOf" srcId="{AE7B133C-1B83-4D39-88BD-4843E0F1A563}" destId="{4AA1B524-B185-4A00-A48B-23A953053137}" srcOrd="0" destOrd="0" presId="urn:microsoft.com/office/officeart/2005/8/layout/vList2"/>
    <dgm:cxn modelId="{FDE979C1-4313-43E4-8238-34E72D3EB0F2}" srcId="{03487C87-17CB-425F-9AD8-A629A5CF9A16}" destId="{675AD14A-874B-4682-B372-FED1C238F778}" srcOrd="0" destOrd="0" parTransId="{C841EFC8-6F5A-4EA7-834C-32371E38C69F}" sibTransId="{0EF83841-D26F-46FF-BB72-FFD6D733553D}"/>
    <dgm:cxn modelId="{0E9FB9CA-5E0A-4BF7-BE93-CCFEB623D00D}" srcId="{03487C87-17CB-425F-9AD8-A629A5CF9A16}" destId="{6E1EAC07-6852-462D-96EC-BE85EDFF895D}" srcOrd="3" destOrd="0" parTransId="{E69B7435-B26D-4CBB-A63F-4661B47D84D1}" sibTransId="{98200246-7698-4D0D-B8E8-35E2F06956D6}"/>
    <dgm:cxn modelId="{2CF21EFB-73AF-467C-B4A5-CC6009235B50}" type="presOf" srcId="{03487C87-17CB-425F-9AD8-A629A5CF9A16}" destId="{AB99E5EC-46BB-4930-9A3E-7544B48FB951}" srcOrd="0" destOrd="0" presId="urn:microsoft.com/office/officeart/2005/8/layout/vList2"/>
    <dgm:cxn modelId="{B1026CFF-E46D-4D03-8581-D5E39FCA141A}" type="presOf" srcId="{69598742-4770-40BD-83AE-F1A3DBF73E9F}" destId="{E0AF9F8B-F1A6-4938-94F6-1A6AAFFF5F15}" srcOrd="0" destOrd="0" presId="urn:microsoft.com/office/officeart/2005/8/layout/vList2"/>
    <dgm:cxn modelId="{3981E1FF-C32E-4C1E-BB61-8EB588E2574B}" type="presOf" srcId="{D2BE77EB-3626-4A90-B082-6E9BFBC41717}" destId="{1E9D60C2-D94A-4C1F-9EEA-C370E1F34BFA}" srcOrd="0" destOrd="0" presId="urn:microsoft.com/office/officeart/2005/8/layout/vList2"/>
    <dgm:cxn modelId="{883F39F8-412D-4303-99E7-B29385292799}" type="presParOf" srcId="{AB99E5EC-46BB-4930-9A3E-7544B48FB951}" destId="{F7BEF1AC-F223-466C-BB85-F6178D9EE9D0}" srcOrd="0" destOrd="0" presId="urn:microsoft.com/office/officeart/2005/8/layout/vList2"/>
    <dgm:cxn modelId="{C6345F21-A4EA-47CE-A040-C68FB5D8C918}" type="presParOf" srcId="{AB99E5EC-46BB-4930-9A3E-7544B48FB951}" destId="{317869F9-D2E9-4B92-92D6-912CEE595D89}" srcOrd="1" destOrd="0" presId="urn:microsoft.com/office/officeart/2005/8/layout/vList2"/>
    <dgm:cxn modelId="{AD4E05C3-79CA-4282-9415-688DE02FF00E}" type="presParOf" srcId="{AB99E5EC-46BB-4930-9A3E-7544B48FB951}" destId="{1E9D60C2-D94A-4C1F-9EEA-C370E1F34BFA}" srcOrd="2" destOrd="0" presId="urn:microsoft.com/office/officeart/2005/8/layout/vList2"/>
    <dgm:cxn modelId="{0B5BB895-C5CA-490B-8FF1-0B286EF5F60E}" type="presParOf" srcId="{AB99E5EC-46BB-4930-9A3E-7544B48FB951}" destId="{E45F1819-856C-47A0-B4EF-4E8A65705194}" srcOrd="3" destOrd="0" presId="urn:microsoft.com/office/officeart/2005/8/layout/vList2"/>
    <dgm:cxn modelId="{F9FE49B1-6F9C-4272-9B72-E3C4B44D853E}" type="presParOf" srcId="{AB99E5EC-46BB-4930-9A3E-7544B48FB951}" destId="{4AA1B524-B185-4A00-A48B-23A953053137}" srcOrd="4" destOrd="0" presId="urn:microsoft.com/office/officeart/2005/8/layout/vList2"/>
    <dgm:cxn modelId="{088BA84C-2A6B-4688-8353-CC008B9DBE9E}" type="presParOf" srcId="{AB99E5EC-46BB-4930-9A3E-7544B48FB951}" destId="{C0AB4DA3-7315-4FB1-85FC-D68962DF832C}" srcOrd="5" destOrd="0" presId="urn:microsoft.com/office/officeart/2005/8/layout/vList2"/>
    <dgm:cxn modelId="{8C1BA004-0B61-4DB5-9A2A-BD2EBC0FD00D}" type="presParOf" srcId="{AB99E5EC-46BB-4930-9A3E-7544B48FB951}" destId="{4295C3AE-D9E5-4AC6-9D55-C8EFD3936BF1}" srcOrd="6" destOrd="0" presId="urn:microsoft.com/office/officeart/2005/8/layout/vList2"/>
    <dgm:cxn modelId="{696861C9-8A4E-4FED-BC15-C4F037E77998}" type="presParOf" srcId="{AB99E5EC-46BB-4930-9A3E-7544B48FB951}" destId="{299B7E94-6F31-4971-8D47-3E20D8207304}" srcOrd="7" destOrd="0" presId="urn:microsoft.com/office/officeart/2005/8/layout/vList2"/>
    <dgm:cxn modelId="{18CA464B-CBF1-4CAF-81BD-348D557A2101}" type="presParOf" srcId="{AB99E5EC-46BB-4930-9A3E-7544B48FB951}" destId="{E0AF9F8B-F1A6-4938-94F6-1A6AAFFF5F1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E94B54-FE25-4F54-839A-F6A1D61A9F1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2C6549-004E-4EE7-BF7B-EE3B7279B4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Theoretical Implications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FD8EC7-5D8E-4D6B-9938-A4ABFED6F997}" type="parTrans" cxnId="{9DB0988F-2C2B-41C2-8CD6-936309F4780C}">
      <dgm:prSet/>
      <dgm:spPr/>
      <dgm:t>
        <a:bodyPr/>
        <a:lstStyle/>
        <a:p>
          <a:endParaRPr lang="en-US"/>
        </a:p>
      </dgm:t>
    </dgm:pt>
    <dgm:pt modelId="{399E0B1F-145C-4B56-B15F-9DD7E935E96B}" type="sibTrans" cxnId="{9DB0988F-2C2B-41C2-8CD6-936309F4780C}">
      <dgm:prSet/>
      <dgm:spPr/>
      <dgm:t>
        <a:bodyPr/>
        <a:lstStyle/>
        <a:p>
          <a:endParaRPr lang="en-US"/>
        </a:p>
      </dgm:t>
    </dgm:pt>
    <dgm:pt modelId="{6D862AFC-26AD-44CA-BDF5-1B2B129568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Sense-Making Theory</a:t>
          </a:r>
        </a:p>
      </dgm:t>
    </dgm:pt>
    <dgm:pt modelId="{2DB90E36-F0DC-49DB-A284-6C6525C3CEC9}" type="parTrans" cxnId="{0D560FD5-2539-4B2C-B956-58E8CD0C5FCB}">
      <dgm:prSet/>
      <dgm:spPr/>
      <dgm:t>
        <a:bodyPr/>
        <a:lstStyle/>
        <a:p>
          <a:endParaRPr lang="en-US"/>
        </a:p>
      </dgm:t>
    </dgm:pt>
    <dgm:pt modelId="{D1B0D80A-2EB8-4683-971C-4212AAE77477}" type="sibTrans" cxnId="{0D560FD5-2539-4B2C-B956-58E8CD0C5FCB}">
      <dgm:prSet/>
      <dgm:spPr/>
      <dgm:t>
        <a:bodyPr/>
        <a:lstStyle/>
        <a:p>
          <a:endParaRPr lang="en-US"/>
        </a:p>
      </dgm:t>
    </dgm:pt>
    <dgm:pt modelId="{CBCB4225-4D4C-4415-A39E-5A6D25AE4A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Did the LLM really help the user construct meaning?</a:t>
          </a:r>
        </a:p>
      </dgm:t>
    </dgm:pt>
    <dgm:pt modelId="{4148F291-B511-4DA2-8663-2B1A332F490D}" type="parTrans" cxnId="{3B96F743-EFE0-49D6-842C-8DCB833DFE09}">
      <dgm:prSet/>
      <dgm:spPr/>
      <dgm:t>
        <a:bodyPr/>
        <a:lstStyle/>
        <a:p>
          <a:endParaRPr lang="en-US"/>
        </a:p>
      </dgm:t>
    </dgm:pt>
    <dgm:pt modelId="{A8F025B1-8DD2-4234-B3D5-11D178DADE7C}" type="sibTrans" cxnId="{3B96F743-EFE0-49D6-842C-8DCB833DFE09}">
      <dgm:prSet/>
      <dgm:spPr/>
      <dgm:t>
        <a:bodyPr/>
        <a:lstStyle/>
        <a:p>
          <a:endParaRPr lang="en-US"/>
        </a:p>
      </dgm:t>
    </dgm:pt>
    <dgm:pt modelId="{BE97A8F9-C387-42FE-8EDA-A451B64D86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Information Search Theory (ISP)</a:t>
          </a:r>
        </a:p>
      </dgm:t>
    </dgm:pt>
    <dgm:pt modelId="{DB26C6E7-C440-46F2-A1EB-7B28DD139A98}" type="parTrans" cxnId="{11FBE1F1-3245-42C2-AAAA-78FAAAEBD4E0}">
      <dgm:prSet/>
      <dgm:spPr/>
      <dgm:t>
        <a:bodyPr/>
        <a:lstStyle/>
        <a:p>
          <a:endParaRPr lang="en-US"/>
        </a:p>
      </dgm:t>
    </dgm:pt>
    <dgm:pt modelId="{F73EBC91-EA0F-41C5-9E3E-5CD7D253EA02}" type="sibTrans" cxnId="{11FBE1F1-3245-42C2-AAAA-78FAAAEBD4E0}">
      <dgm:prSet/>
      <dgm:spPr/>
      <dgm:t>
        <a:bodyPr/>
        <a:lstStyle/>
        <a:p>
          <a:endParaRPr lang="en-US"/>
        </a:p>
      </dgm:t>
    </dgm:pt>
    <dgm:pt modelId="{BB1E4B1E-6391-470D-98AB-CF5123B7FD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Did LLM reduce uncertainty and scaffold the process?</a:t>
          </a:r>
        </a:p>
      </dgm:t>
    </dgm:pt>
    <dgm:pt modelId="{AA60ADB1-4CF8-453A-8064-B39B8582F654}" type="parTrans" cxnId="{789F690B-8DE6-49C1-99E0-D238F34E033F}">
      <dgm:prSet/>
      <dgm:spPr/>
      <dgm:t>
        <a:bodyPr/>
        <a:lstStyle/>
        <a:p>
          <a:endParaRPr lang="en-US"/>
        </a:p>
      </dgm:t>
    </dgm:pt>
    <dgm:pt modelId="{6DA2FA84-E317-44E3-8546-25E433525857}" type="sibTrans" cxnId="{789F690B-8DE6-49C1-99E0-D238F34E033F}">
      <dgm:prSet/>
      <dgm:spPr/>
      <dgm:t>
        <a:bodyPr/>
        <a:lstStyle/>
        <a:p>
          <a:endParaRPr lang="en-US"/>
        </a:p>
      </dgm:t>
    </dgm:pt>
    <dgm:pt modelId="{328219A6-A235-46B9-A27B-A4085E525C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Bates Berry-picking Model</a:t>
          </a:r>
        </a:p>
      </dgm:t>
    </dgm:pt>
    <dgm:pt modelId="{58FB279D-0D1C-4DEF-9684-902CF8A38414}" type="parTrans" cxnId="{EE902E7E-8A84-467A-A7AE-786B8645B84D}">
      <dgm:prSet/>
      <dgm:spPr/>
      <dgm:t>
        <a:bodyPr/>
        <a:lstStyle/>
        <a:p>
          <a:endParaRPr lang="en-US"/>
        </a:p>
      </dgm:t>
    </dgm:pt>
    <dgm:pt modelId="{61AD3CCC-69CC-4C89-952F-A8F56B3594F1}" type="sibTrans" cxnId="{EE902E7E-8A84-467A-A7AE-786B8645B84D}">
      <dgm:prSet/>
      <dgm:spPr/>
      <dgm:t>
        <a:bodyPr/>
        <a:lstStyle/>
        <a:p>
          <a:endParaRPr lang="en-US"/>
        </a:p>
      </dgm:t>
    </dgm:pt>
    <dgm:pt modelId="{D1963633-0336-47EF-AEAF-103080236B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Did LLM support iterative, exploratory searching?</a:t>
          </a:r>
        </a:p>
      </dgm:t>
    </dgm:pt>
    <dgm:pt modelId="{F476AF46-EDC8-4CEA-AEE0-131BEBCAAAAB}" type="parTrans" cxnId="{83D0AE9D-9154-4131-9CA2-EE8B9555F376}">
      <dgm:prSet/>
      <dgm:spPr/>
      <dgm:t>
        <a:bodyPr/>
        <a:lstStyle/>
        <a:p>
          <a:endParaRPr lang="en-US"/>
        </a:p>
      </dgm:t>
    </dgm:pt>
    <dgm:pt modelId="{7E8455F0-290A-429C-B519-60BE2CDBE1A0}" type="sibTrans" cxnId="{83D0AE9D-9154-4131-9CA2-EE8B9555F376}">
      <dgm:prSet/>
      <dgm:spPr/>
      <dgm:t>
        <a:bodyPr/>
        <a:lstStyle/>
        <a:p>
          <a:endParaRPr lang="en-US"/>
        </a:p>
      </dgm:t>
    </dgm:pt>
    <dgm:pt modelId="{070F8739-E192-4D58-90C9-54A8A11ED8C7}" type="pres">
      <dgm:prSet presAssocID="{06E94B54-FE25-4F54-839A-F6A1D61A9F18}" presName="root" presStyleCnt="0">
        <dgm:presLayoutVars>
          <dgm:dir/>
          <dgm:resizeHandles val="exact"/>
        </dgm:presLayoutVars>
      </dgm:prSet>
      <dgm:spPr/>
    </dgm:pt>
    <dgm:pt modelId="{F0637737-5D99-4AFD-9FFD-4978D55C591E}" type="pres">
      <dgm:prSet presAssocID="{F02C6549-004E-4EE7-BF7B-EE3B7279B454}" presName="compNode" presStyleCnt="0"/>
      <dgm:spPr/>
    </dgm:pt>
    <dgm:pt modelId="{B129AD1A-D6B9-41F1-A97A-DC69A919964A}" type="pres">
      <dgm:prSet presAssocID="{F02C6549-004E-4EE7-BF7B-EE3B7279B454}" presName="bgRect" presStyleLbl="bgShp" presStyleIdx="0" presStyleCnt="4"/>
      <dgm:spPr/>
    </dgm:pt>
    <dgm:pt modelId="{45341231-ED38-48BB-BC01-966D37BFDE5C}" type="pres">
      <dgm:prSet presAssocID="{F02C6549-004E-4EE7-BF7B-EE3B7279B45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D00DEDA-170C-49EA-B70B-44D1CB317E8C}" type="pres">
      <dgm:prSet presAssocID="{F02C6549-004E-4EE7-BF7B-EE3B7279B454}" presName="spaceRect" presStyleCnt="0"/>
      <dgm:spPr/>
    </dgm:pt>
    <dgm:pt modelId="{514F13C1-8BD3-4EB0-9F9C-918E702A0E58}" type="pres">
      <dgm:prSet presAssocID="{F02C6549-004E-4EE7-BF7B-EE3B7279B454}" presName="parTx" presStyleLbl="revTx" presStyleIdx="0" presStyleCnt="7">
        <dgm:presLayoutVars>
          <dgm:chMax val="0"/>
          <dgm:chPref val="0"/>
        </dgm:presLayoutVars>
      </dgm:prSet>
      <dgm:spPr/>
    </dgm:pt>
    <dgm:pt modelId="{52053AB1-E7BE-4854-93CF-E1E914560FA1}" type="pres">
      <dgm:prSet presAssocID="{399E0B1F-145C-4B56-B15F-9DD7E935E96B}" presName="sibTrans" presStyleCnt="0"/>
      <dgm:spPr/>
    </dgm:pt>
    <dgm:pt modelId="{6B5E7641-F704-4D68-BBE4-111AEA258A92}" type="pres">
      <dgm:prSet presAssocID="{6D862AFC-26AD-44CA-BDF5-1B2B12956867}" presName="compNode" presStyleCnt="0"/>
      <dgm:spPr/>
    </dgm:pt>
    <dgm:pt modelId="{4A84674B-869C-4DC2-B2F1-C301A61EE4CA}" type="pres">
      <dgm:prSet presAssocID="{6D862AFC-26AD-44CA-BDF5-1B2B12956867}" presName="bgRect" presStyleLbl="bgShp" presStyleIdx="1" presStyleCnt="4"/>
      <dgm:spPr/>
    </dgm:pt>
    <dgm:pt modelId="{2B7DF985-7508-437D-B2B7-8A7A29FD2FCA}" type="pres">
      <dgm:prSet presAssocID="{6D862AFC-26AD-44CA-BDF5-1B2B1295686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B68BF1C7-9E99-47F2-8CCE-EAE957E47359}" type="pres">
      <dgm:prSet presAssocID="{6D862AFC-26AD-44CA-BDF5-1B2B12956867}" presName="spaceRect" presStyleCnt="0"/>
      <dgm:spPr/>
    </dgm:pt>
    <dgm:pt modelId="{87E713B9-2C71-468D-A61B-6DBE85939A07}" type="pres">
      <dgm:prSet presAssocID="{6D862AFC-26AD-44CA-BDF5-1B2B12956867}" presName="parTx" presStyleLbl="revTx" presStyleIdx="1" presStyleCnt="7">
        <dgm:presLayoutVars>
          <dgm:chMax val="0"/>
          <dgm:chPref val="0"/>
        </dgm:presLayoutVars>
      </dgm:prSet>
      <dgm:spPr/>
    </dgm:pt>
    <dgm:pt modelId="{3188905A-4D1F-4C97-BF28-6A8E94555B81}" type="pres">
      <dgm:prSet presAssocID="{6D862AFC-26AD-44CA-BDF5-1B2B12956867}" presName="desTx" presStyleLbl="revTx" presStyleIdx="2" presStyleCnt="7">
        <dgm:presLayoutVars/>
      </dgm:prSet>
      <dgm:spPr/>
    </dgm:pt>
    <dgm:pt modelId="{58767AC3-EA14-4999-B51C-4E69914B10F8}" type="pres">
      <dgm:prSet presAssocID="{D1B0D80A-2EB8-4683-971C-4212AAE77477}" presName="sibTrans" presStyleCnt="0"/>
      <dgm:spPr/>
    </dgm:pt>
    <dgm:pt modelId="{85A91105-5932-4D6D-A6EE-3286B77A6D84}" type="pres">
      <dgm:prSet presAssocID="{BE97A8F9-C387-42FE-8EDA-A451B64D8604}" presName="compNode" presStyleCnt="0"/>
      <dgm:spPr/>
    </dgm:pt>
    <dgm:pt modelId="{6C5C3F7E-720A-4B85-99D9-462C1245C931}" type="pres">
      <dgm:prSet presAssocID="{BE97A8F9-C387-42FE-8EDA-A451B64D8604}" presName="bgRect" presStyleLbl="bgShp" presStyleIdx="2" presStyleCnt="4"/>
      <dgm:spPr/>
    </dgm:pt>
    <dgm:pt modelId="{12F78529-9915-4EA6-A2F1-77E071CB0F66}" type="pres">
      <dgm:prSet presAssocID="{BE97A8F9-C387-42FE-8EDA-A451B64D860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878143B8-D307-4D56-89EF-32881A5B4F2B}" type="pres">
      <dgm:prSet presAssocID="{BE97A8F9-C387-42FE-8EDA-A451B64D8604}" presName="spaceRect" presStyleCnt="0"/>
      <dgm:spPr/>
    </dgm:pt>
    <dgm:pt modelId="{84BD282F-6837-4813-8829-A82D23AD9C0D}" type="pres">
      <dgm:prSet presAssocID="{BE97A8F9-C387-42FE-8EDA-A451B64D8604}" presName="parTx" presStyleLbl="revTx" presStyleIdx="3" presStyleCnt="7">
        <dgm:presLayoutVars>
          <dgm:chMax val="0"/>
          <dgm:chPref val="0"/>
        </dgm:presLayoutVars>
      </dgm:prSet>
      <dgm:spPr/>
    </dgm:pt>
    <dgm:pt modelId="{925A30F9-E372-4705-A3AE-8409AAA8B30E}" type="pres">
      <dgm:prSet presAssocID="{BE97A8F9-C387-42FE-8EDA-A451B64D8604}" presName="desTx" presStyleLbl="revTx" presStyleIdx="4" presStyleCnt="7">
        <dgm:presLayoutVars/>
      </dgm:prSet>
      <dgm:spPr/>
    </dgm:pt>
    <dgm:pt modelId="{34EB026F-071F-454F-AF2C-DDC587B978DD}" type="pres">
      <dgm:prSet presAssocID="{F73EBC91-EA0F-41C5-9E3E-5CD7D253EA02}" presName="sibTrans" presStyleCnt="0"/>
      <dgm:spPr/>
    </dgm:pt>
    <dgm:pt modelId="{C1CB4600-9FD6-4CA4-AF04-39E7A0FF430C}" type="pres">
      <dgm:prSet presAssocID="{328219A6-A235-46B9-A27B-A4085E525CBD}" presName="compNode" presStyleCnt="0"/>
      <dgm:spPr/>
    </dgm:pt>
    <dgm:pt modelId="{D5EF4054-F117-49A9-8164-43FCE336D742}" type="pres">
      <dgm:prSet presAssocID="{328219A6-A235-46B9-A27B-A4085E525CBD}" presName="bgRect" presStyleLbl="bgShp" presStyleIdx="3" presStyleCnt="4"/>
      <dgm:spPr/>
    </dgm:pt>
    <dgm:pt modelId="{DE8E3FDB-ED7A-41AD-A01F-EBB3C706F25E}" type="pres">
      <dgm:prSet presAssocID="{328219A6-A235-46B9-A27B-A4085E525CB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5986E9CB-C52A-4B79-960F-D382544BCDE3}" type="pres">
      <dgm:prSet presAssocID="{328219A6-A235-46B9-A27B-A4085E525CBD}" presName="spaceRect" presStyleCnt="0"/>
      <dgm:spPr/>
    </dgm:pt>
    <dgm:pt modelId="{D93EAB6C-BA06-4C62-ADFC-883D69B69555}" type="pres">
      <dgm:prSet presAssocID="{328219A6-A235-46B9-A27B-A4085E525CBD}" presName="parTx" presStyleLbl="revTx" presStyleIdx="5" presStyleCnt="7">
        <dgm:presLayoutVars>
          <dgm:chMax val="0"/>
          <dgm:chPref val="0"/>
        </dgm:presLayoutVars>
      </dgm:prSet>
      <dgm:spPr/>
    </dgm:pt>
    <dgm:pt modelId="{6C47E78E-6D5E-41E8-A86E-9E0708B88D91}" type="pres">
      <dgm:prSet presAssocID="{328219A6-A235-46B9-A27B-A4085E525CBD}" presName="desTx" presStyleLbl="revTx" presStyleIdx="6" presStyleCnt="7">
        <dgm:presLayoutVars/>
      </dgm:prSet>
      <dgm:spPr/>
    </dgm:pt>
  </dgm:ptLst>
  <dgm:cxnLst>
    <dgm:cxn modelId="{7FD6D701-F480-46E4-A1A8-61E9E98DE628}" type="presOf" srcId="{6D862AFC-26AD-44CA-BDF5-1B2B12956867}" destId="{87E713B9-2C71-468D-A61B-6DBE85939A07}" srcOrd="0" destOrd="0" presId="urn:microsoft.com/office/officeart/2018/2/layout/IconVerticalSolidList"/>
    <dgm:cxn modelId="{789F690B-8DE6-49C1-99E0-D238F34E033F}" srcId="{BE97A8F9-C387-42FE-8EDA-A451B64D8604}" destId="{BB1E4B1E-6391-470D-98AB-CF5123B7FDAD}" srcOrd="0" destOrd="0" parTransId="{AA60ADB1-4CF8-453A-8064-B39B8582F654}" sibTransId="{6DA2FA84-E317-44E3-8546-25E433525857}"/>
    <dgm:cxn modelId="{739E4839-485E-489A-B380-3A087309C423}" type="presOf" srcId="{F02C6549-004E-4EE7-BF7B-EE3B7279B454}" destId="{514F13C1-8BD3-4EB0-9F9C-918E702A0E58}" srcOrd="0" destOrd="0" presId="urn:microsoft.com/office/officeart/2018/2/layout/IconVerticalSolidList"/>
    <dgm:cxn modelId="{9FF83E41-B4B5-462C-8C30-E713F4422E46}" type="presOf" srcId="{BE97A8F9-C387-42FE-8EDA-A451B64D8604}" destId="{84BD282F-6837-4813-8829-A82D23AD9C0D}" srcOrd="0" destOrd="0" presId="urn:microsoft.com/office/officeart/2018/2/layout/IconVerticalSolidList"/>
    <dgm:cxn modelId="{3B96F743-EFE0-49D6-842C-8DCB833DFE09}" srcId="{6D862AFC-26AD-44CA-BDF5-1B2B12956867}" destId="{CBCB4225-4D4C-4415-A39E-5A6D25AE4AA7}" srcOrd="0" destOrd="0" parTransId="{4148F291-B511-4DA2-8663-2B1A332F490D}" sibTransId="{A8F025B1-8DD2-4234-B3D5-11D178DADE7C}"/>
    <dgm:cxn modelId="{54C8C26D-3F30-48D2-A7B7-5012F7D1DF9D}" type="presOf" srcId="{328219A6-A235-46B9-A27B-A4085E525CBD}" destId="{D93EAB6C-BA06-4C62-ADFC-883D69B69555}" srcOrd="0" destOrd="0" presId="urn:microsoft.com/office/officeart/2018/2/layout/IconVerticalSolidList"/>
    <dgm:cxn modelId="{26FEF04E-76E0-46F3-A1B0-47764B846F69}" type="presOf" srcId="{D1963633-0336-47EF-AEAF-103080236BBF}" destId="{6C47E78E-6D5E-41E8-A86E-9E0708B88D91}" srcOrd="0" destOrd="0" presId="urn:microsoft.com/office/officeart/2018/2/layout/IconVerticalSolidList"/>
    <dgm:cxn modelId="{EE902E7E-8A84-467A-A7AE-786B8645B84D}" srcId="{06E94B54-FE25-4F54-839A-F6A1D61A9F18}" destId="{328219A6-A235-46B9-A27B-A4085E525CBD}" srcOrd="3" destOrd="0" parTransId="{58FB279D-0D1C-4DEF-9684-902CF8A38414}" sibTransId="{61AD3CCC-69CC-4C89-952F-A8F56B3594F1}"/>
    <dgm:cxn modelId="{0FE8BD82-F063-40EB-9974-E2DD6944E069}" type="presOf" srcId="{CBCB4225-4D4C-4415-A39E-5A6D25AE4AA7}" destId="{3188905A-4D1F-4C97-BF28-6A8E94555B81}" srcOrd="0" destOrd="0" presId="urn:microsoft.com/office/officeart/2018/2/layout/IconVerticalSolidList"/>
    <dgm:cxn modelId="{9DB0988F-2C2B-41C2-8CD6-936309F4780C}" srcId="{06E94B54-FE25-4F54-839A-F6A1D61A9F18}" destId="{F02C6549-004E-4EE7-BF7B-EE3B7279B454}" srcOrd="0" destOrd="0" parTransId="{4FFD8EC7-5D8E-4D6B-9938-A4ABFED6F997}" sibTransId="{399E0B1F-145C-4B56-B15F-9DD7E935E96B}"/>
    <dgm:cxn modelId="{83D0AE9D-9154-4131-9CA2-EE8B9555F376}" srcId="{328219A6-A235-46B9-A27B-A4085E525CBD}" destId="{D1963633-0336-47EF-AEAF-103080236BBF}" srcOrd="0" destOrd="0" parTransId="{F476AF46-EDC8-4CEA-AEE0-131BEBCAAAAB}" sibTransId="{7E8455F0-290A-429C-B519-60BE2CDBE1A0}"/>
    <dgm:cxn modelId="{0D560FD5-2539-4B2C-B956-58E8CD0C5FCB}" srcId="{06E94B54-FE25-4F54-839A-F6A1D61A9F18}" destId="{6D862AFC-26AD-44CA-BDF5-1B2B12956867}" srcOrd="1" destOrd="0" parTransId="{2DB90E36-F0DC-49DB-A284-6C6525C3CEC9}" sibTransId="{D1B0D80A-2EB8-4683-971C-4212AAE77477}"/>
    <dgm:cxn modelId="{392334E1-C0CA-4CAE-BF24-C86B00EEA74F}" type="presOf" srcId="{BB1E4B1E-6391-470D-98AB-CF5123B7FDAD}" destId="{925A30F9-E372-4705-A3AE-8409AAA8B30E}" srcOrd="0" destOrd="0" presId="urn:microsoft.com/office/officeart/2018/2/layout/IconVerticalSolidList"/>
    <dgm:cxn modelId="{8A35E9E5-5C3A-4998-B77A-11D0A0594273}" type="presOf" srcId="{06E94B54-FE25-4F54-839A-F6A1D61A9F18}" destId="{070F8739-E192-4D58-90C9-54A8A11ED8C7}" srcOrd="0" destOrd="0" presId="urn:microsoft.com/office/officeart/2018/2/layout/IconVerticalSolidList"/>
    <dgm:cxn modelId="{11FBE1F1-3245-42C2-AAAA-78FAAAEBD4E0}" srcId="{06E94B54-FE25-4F54-839A-F6A1D61A9F18}" destId="{BE97A8F9-C387-42FE-8EDA-A451B64D8604}" srcOrd="2" destOrd="0" parTransId="{DB26C6E7-C440-46F2-A1EB-7B28DD139A98}" sibTransId="{F73EBC91-EA0F-41C5-9E3E-5CD7D253EA02}"/>
    <dgm:cxn modelId="{8C6E5D8D-EE61-4299-BAE4-9DA12CEB505E}" type="presParOf" srcId="{070F8739-E192-4D58-90C9-54A8A11ED8C7}" destId="{F0637737-5D99-4AFD-9FFD-4978D55C591E}" srcOrd="0" destOrd="0" presId="urn:microsoft.com/office/officeart/2018/2/layout/IconVerticalSolidList"/>
    <dgm:cxn modelId="{FFFE8AD8-4E32-4BF9-A71E-58CDDCB04575}" type="presParOf" srcId="{F0637737-5D99-4AFD-9FFD-4978D55C591E}" destId="{B129AD1A-D6B9-41F1-A97A-DC69A919964A}" srcOrd="0" destOrd="0" presId="urn:microsoft.com/office/officeart/2018/2/layout/IconVerticalSolidList"/>
    <dgm:cxn modelId="{AEC9CB82-1F83-4E60-97A7-79F39CFC8C34}" type="presParOf" srcId="{F0637737-5D99-4AFD-9FFD-4978D55C591E}" destId="{45341231-ED38-48BB-BC01-966D37BFDE5C}" srcOrd="1" destOrd="0" presId="urn:microsoft.com/office/officeart/2018/2/layout/IconVerticalSolidList"/>
    <dgm:cxn modelId="{F8067AB7-F326-4FCA-88EF-AFE6AC76D057}" type="presParOf" srcId="{F0637737-5D99-4AFD-9FFD-4978D55C591E}" destId="{CD00DEDA-170C-49EA-B70B-44D1CB317E8C}" srcOrd="2" destOrd="0" presId="urn:microsoft.com/office/officeart/2018/2/layout/IconVerticalSolidList"/>
    <dgm:cxn modelId="{A4220BAF-D0C2-4E2B-BD7C-58807E51AE82}" type="presParOf" srcId="{F0637737-5D99-4AFD-9FFD-4978D55C591E}" destId="{514F13C1-8BD3-4EB0-9F9C-918E702A0E58}" srcOrd="3" destOrd="0" presId="urn:microsoft.com/office/officeart/2018/2/layout/IconVerticalSolidList"/>
    <dgm:cxn modelId="{C25F194F-3D51-434D-A476-DA700C03B171}" type="presParOf" srcId="{070F8739-E192-4D58-90C9-54A8A11ED8C7}" destId="{52053AB1-E7BE-4854-93CF-E1E914560FA1}" srcOrd="1" destOrd="0" presId="urn:microsoft.com/office/officeart/2018/2/layout/IconVerticalSolidList"/>
    <dgm:cxn modelId="{94E7DB18-BDC3-430A-B3FC-5CEA6FC82A39}" type="presParOf" srcId="{070F8739-E192-4D58-90C9-54A8A11ED8C7}" destId="{6B5E7641-F704-4D68-BBE4-111AEA258A92}" srcOrd="2" destOrd="0" presId="urn:microsoft.com/office/officeart/2018/2/layout/IconVerticalSolidList"/>
    <dgm:cxn modelId="{A80C28A9-EF61-4F42-854F-727C7C0A550C}" type="presParOf" srcId="{6B5E7641-F704-4D68-BBE4-111AEA258A92}" destId="{4A84674B-869C-4DC2-B2F1-C301A61EE4CA}" srcOrd="0" destOrd="0" presId="urn:microsoft.com/office/officeart/2018/2/layout/IconVerticalSolidList"/>
    <dgm:cxn modelId="{D669FAB8-C585-4724-BD41-B2DC4D5C6A09}" type="presParOf" srcId="{6B5E7641-F704-4D68-BBE4-111AEA258A92}" destId="{2B7DF985-7508-437D-B2B7-8A7A29FD2FCA}" srcOrd="1" destOrd="0" presId="urn:microsoft.com/office/officeart/2018/2/layout/IconVerticalSolidList"/>
    <dgm:cxn modelId="{3FB657B6-8C73-49D7-9BA7-74D79CFAD2FC}" type="presParOf" srcId="{6B5E7641-F704-4D68-BBE4-111AEA258A92}" destId="{B68BF1C7-9E99-47F2-8CCE-EAE957E47359}" srcOrd="2" destOrd="0" presId="urn:microsoft.com/office/officeart/2018/2/layout/IconVerticalSolidList"/>
    <dgm:cxn modelId="{4AD254BC-177C-4529-B45E-09E1273C9EF8}" type="presParOf" srcId="{6B5E7641-F704-4D68-BBE4-111AEA258A92}" destId="{87E713B9-2C71-468D-A61B-6DBE85939A07}" srcOrd="3" destOrd="0" presId="urn:microsoft.com/office/officeart/2018/2/layout/IconVerticalSolidList"/>
    <dgm:cxn modelId="{C6A507BC-9B1F-4B25-8DD4-CA0E11B658BE}" type="presParOf" srcId="{6B5E7641-F704-4D68-BBE4-111AEA258A92}" destId="{3188905A-4D1F-4C97-BF28-6A8E94555B81}" srcOrd="4" destOrd="0" presId="urn:microsoft.com/office/officeart/2018/2/layout/IconVerticalSolidList"/>
    <dgm:cxn modelId="{8EC012FB-5985-4BBE-A858-5D5EFD9CB94C}" type="presParOf" srcId="{070F8739-E192-4D58-90C9-54A8A11ED8C7}" destId="{58767AC3-EA14-4999-B51C-4E69914B10F8}" srcOrd="3" destOrd="0" presId="urn:microsoft.com/office/officeart/2018/2/layout/IconVerticalSolidList"/>
    <dgm:cxn modelId="{821E9FF2-A25B-40D5-827E-E2CE14994A68}" type="presParOf" srcId="{070F8739-E192-4D58-90C9-54A8A11ED8C7}" destId="{85A91105-5932-4D6D-A6EE-3286B77A6D84}" srcOrd="4" destOrd="0" presId="urn:microsoft.com/office/officeart/2018/2/layout/IconVerticalSolidList"/>
    <dgm:cxn modelId="{E12766A1-2B09-4915-A1C8-BD36A1D804A7}" type="presParOf" srcId="{85A91105-5932-4D6D-A6EE-3286B77A6D84}" destId="{6C5C3F7E-720A-4B85-99D9-462C1245C931}" srcOrd="0" destOrd="0" presId="urn:microsoft.com/office/officeart/2018/2/layout/IconVerticalSolidList"/>
    <dgm:cxn modelId="{382DDFC3-6092-4B0D-88DE-BED831943550}" type="presParOf" srcId="{85A91105-5932-4D6D-A6EE-3286B77A6D84}" destId="{12F78529-9915-4EA6-A2F1-77E071CB0F66}" srcOrd="1" destOrd="0" presId="urn:microsoft.com/office/officeart/2018/2/layout/IconVerticalSolidList"/>
    <dgm:cxn modelId="{C5B2C631-86B8-4A75-98DC-9C0D015AD3D3}" type="presParOf" srcId="{85A91105-5932-4D6D-A6EE-3286B77A6D84}" destId="{878143B8-D307-4D56-89EF-32881A5B4F2B}" srcOrd="2" destOrd="0" presId="urn:microsoft.com/office/officeart/2018/2/layout/IconVerticalSolidList"/>
    <dgm:cxn modelId="{E9BEC62C-E3C9-4C02-863B-CEA6BD31D0EC}" type="presParOf" srcId="{85A91105-5932-4D6D-A6EE-3286B77A6D84}" destId="{84BD282F-6837-4813-8829-A82D23AD9C0D}" srcOrd="3" destOrd="0" presId="urn:microsoft.com/office/officeart/2018/2/layout/IconVerticalSolidList"/>
    <dgm:cxn modelId="{C147E0E6-E618-4C35-A5FF-6C4F54A1BA7E}" type="presParOf" srcId="{85A91105-5932-4D6D-A6EE-3286B77A6D84}" destId="{925A30F9-E372-4705-A3AE-8409AAA8B30E}" srcOrd="4" destOrd="0" presId="urn:microsoft.com/office/officeart/2018/2/layout/IconVerticalSolidList"/>
    <dgm:cxn modelId="{1227B4E1-9D05-43FA-B4E5-0BA827E756EE}" type="presParOf" srcId="{070F8739-E192-4D58-90C9-54A8A11ED8C7}" destId="{34EB026F-071F-454F-AF2C-DDC587B978DD}" srcOrd="5" destOrd="0" presId="urn:microsoft.com/office/officeart/2018/2/layout/IconVerticalSolidList"/>
    <dgm:cxn modelId="{735BE270-84CD-49E5-8EE2-B8523340141D}" type="presParOf" srcId="{070F8739-E192-4D58-90C9-54A8A11ED8C7}" destId="{C1CB4600-9FD6-4CA4-AF04-39E7A0FF430C}" srcOrd="6" destOrd="0" presId="urn:microsoft.com/office/officeart/2018/2/layout/IconVerticalSolidList"/>
    <dgm:cxn modelId="{62975BA3-E67F-4ED9-975F-BC9B5C0E23E4}" type="presParOf" srcId="{C1CB4600-9FD6-4CA4-AF04-39E7A0FF430C}" destId="{D5EF4054-F117-49A9-8164-43FCE336D742}" srcOrd="0" destOrd="0" presId="urn:microsoft.com/office/officeart/2018/2/layout/IconVerticalSolidList"/>
    <dgm:cxn modelId="{F70A841F-436E-491C-9734-D55DD6DD5C70}" type="presParOf" srcId="{C1CB4600-9FD6-4CA4-AF04-39E7A0FF430C}" destId="{DE8E3FDB-ED7A-41AD-A01F-EBB3C706F25E}" srcOrd="1" destOrd="0" presId="urn:microsoft.com/office/officeart/2018/2/layout/IconVerticalSolidList"/>
    <dgm:cxn modelId="{4BF33696-0EE8-4098-B84E-B3D29BCED63F}" type="presParOf" srcId="{C1CB4600-9FD6-4CA4-AF04-39E7A0FF430C}" destId="{5986E9CB-C52A-4B79-960F-D382544BCDE3}" srcOrd="2" destOrd="0" presId="urn:microsoft.com/office/officeart/2018/2/layout/IconVerticalSolidList"/>
    <dgm:cxn modelId="{72CAC94F-8333-4C8E-B457-CD2493707F02}" type="presParOf" srcId="{C1CB4600-9FD6-4CA4-AF04-39E7A0FF430C}" destId="{D93EAB6C-BA06-4C62-ADFC-883D69B69555}" srcOrd="3" destOrd="0" presId="urn:microsoft.com/office/officeart/2018/2/layout/IconVerticalSolidList"/>
    <dgm:cxn modelId="{481EEE3E-567D-4D92-A996-0AFD8C0C8BC2}" type="presParOf" srcId="{C1CB4600-9FD6-4CA4-AF04-39E7A0FF430C}" destId="{6C47E78E-6D5E-41E8-A86E-9E0708B88D9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FA1479-A367-4F73-BFE3-F21106AB90F4}">
      <dsp:nvSpPr>
        <dsp:cNvPr id="0" name=""/>
        <dsp:cNvSpPr/>
      </dsp:nvSpPr>
      <dsp:spPr>
        <a:xfrm>
          <a:off x="1138979" y="1145518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79990A-6D09-4BB8-AB55-DBC15557AA2B}">
      <dsp:nvSpPr>
        <dsp:cNvPr id="0" name=""/>
        <dsp:cNvSpPr/>
      </dsp:nvSpPr>
      <dsp:spPr>
        <a:xfrm>
          <a:off x="569079" y="236993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Galleries </a:t>
          </a:r>
        </a:p>
      </dsp:txBody>
      <dsp:txXfrm>
        <a:off x="569079" y="2369931"/>
        <a:ext cx="2072362" cy="720000"/>
      </dsp:txXfrm>
    </dsp:sp>
    <dsp:sp modelId="{182F8EB8-EDB4-4BFD-ADD3-2CED632D872F}">
      <dsp:nvSpPr>
        <dsp:cNvPr id="0" name=""/>
        <dsp:cNvSpPr/>
      </dsp:nvSpPr>
      <dsp:spPr>
        <a:xfrm>
          <a:off x="3574005" y="1145518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B664B-7984-4DAD-8B06-CF88724F6606}">
      <dsp:nvSpPr>
        <dsp:cNvPr id="0" name=""/>
        <dsp:cNvSpPr/>
      </dsp:nvSpPr>
      <dsp:spPr>
        <a:xfrm>
          <a:off x="3004105" y="236993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Libraries </a:t>
          </a:r>
        </a:p>
      </dsp:txBody>
      <dsp:txXfrm>
        <a:off x="3004105" y="2369931"/>
        <a:ext cx="2072362" cy="720000"/>
      </dsp:txXfrm>
    </dsp:sp>
    <dsp:sp modelId="{99986965-078D-403C-9D48-B26250B5E0A4}">
      <dsp:nvSpPr>
        <dsp:cNvPr id="0" name=""/>
        <dsp:cNvSpPr/>
      </dsp:nvSpPr>
      <dsp:spPr>
        <a:xfrm>
          <a:off x="6009031" y="1145518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644A0F-A3D0-4F64-9DE9-8C7916B2A839}">
      <dsp:nvSpPr>
        <dsp:cNvPr id="0" name=""/>
        <dsp:cNvSpPr/>
      </dsp:nvSpPr>
      <dsp:spPr>
        <a:xfrm>
          <a:off x="5439131" y="236993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Archives</a:t>
          </a:r>
        </a:p>
      </dsp:txBody>
      <dsp:txXfrm>
        <a:off x="5439131" y="2369931"/>
        <a:ext cx="2072362" cy="720000"/>
      </dsp:txXfrm>
    </dsp:sp>
    <dsp:sp modelId="{91BAB8C3-7CDD-438E-9ACF-CD7F8D60D2A3}">
      <dsp:nvSpPr>
        <dsp:cNvPr id="0" name=""/>
        <dsp:cNvSpPr/>
      </dsp:nvSpPr>
      <dsp:spPr>
        <a:xfrm>
          <a:off x="8444057" y="1145518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53B346-8315-4C7E-96E1-BE21D09E1500}">
      <dsp:nvSpPr>
        <dsp:cNvPr id="0" name=""/>
        <dsp:cNvSpPr/>
      </dsp:nvSpPr>
      <dsp:spPr>
        <a:xfrm>
          <a:off x="7874157" y="2369931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Museums</a:t>
          </a:r>
        </a:p>
      </dsp:txBody>
      <dsp:txXfrm>
        <a:off x="7874157" y="2369931"/>
        <a:ext cx="207236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EF1AC-F223-466C-BB85-F6178D9EE9D0}">
      <dsp:nvSpPr>
        <dsp:cNvPr id="0" name=""/>
        <dsp:cNvSpPr/>
      </dsp:nvSpPr>
      <dsp:spPr>
        <a:xfrm>
          <a:off x="0" y="771"/>
          <a:ext cx="10515600" cy="79852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avoid giving shiny but shallow answers that don’t match user needs.</a:t>
          </a:r>
        </a:p>
      </dsp:txBody>
      <dsp:txXfrm>
        <a:off x="38981" y="39752"/>
        <a:ext cx="10437638" cy="720562"/>
      </dsp:txXfrm>
    </dsp:sp>
    <dsp:sp modelId="{1E9D60C2-D94A-4C1F-9EEA-C370E1F34BFA}">
      <dsp:nvSpPr>
        <dsp:cNvPr id="0" name=""/>
        <dsp:cNvSpPr/>
      </dsp:nvSpPr>
      <dsp:spPr>
        <a:xfrm>
          <a:off x="0" y="859776"/>
          <a:ext cx="10515600" cy="798524"/>
        </a:xfrm>
        <a:prstGeom prst="roundRect">
          <a:avLst/>
        </a:prstGeom>
        <a:gradFill rotWithShape="0">
          <a:gsLst>
            <a:gs pos="0">
              <a:schemeClr val="accent2">
                <a:hueOff val="-1484199"/>
                <a:satOff val="0"/>
                <a:lumOff val="-603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84199"/>
                <a:satOff val="0"/>
                <a:lumOff val="-603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84199"/>
                <a:satOff val="0"/>
                <a:lumOff val="-603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mitigate the ignored emotional stages (user anxiety, uncertainty, confusion).</a:t>
          </a:r>
        </a:p>
      </dsp:txBody>
      <dsp:txXfrm>
        <a:off x="38981" y="898757"/>
        <a:ext cx="10437638" cy="720562"/>
      </dsp:txXfrm>
    </dsp:sp>
    <dsp:sp modelId="{4AA1B524-B185-4A00-A48B-23A953053137}">
      <dsp:nvSpPr>
        <dsp:cNvPr id="0" name=""/>
        <dsp:cNvSpPr/>
      </dsp:nvSpPr>
      <dsp:spPr>
        <a:xfrm>
          <a:off x="0" y="1718781"/>
          <a:ext cx="10515600" cy="798524"/>
        </a:xfrm>
        <a:prstGeom prst="roundRect">
          <a:avLst/>
        </a:prstGeom>
        <a:gradFill rotWithShape="0">
          <a:gsLst>
            <a:gs pos="0">
              <a:schemeClr val="accent2">
                <a:hueOff val="-2968397"/>
                <a:satOff val="0"/>
                <a:lumOff val="-1205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2968397"/>
                <a:satOff val="0"/>
                <a:lumOff val="-1205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2968397"/>
                <a:satOff val="0"/>
                <a:lumOff val="-1205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avoid collapsing exploration into a single “answer,” undermining serendipity and discovery.</a:t>
          </a:r>
        </a:p>
      </dsp:txBody>
      <dsp:txXfrm>
        <a:off x="38981" y="1757762"/>
        <a:ext cx="10437638" cy="720562"/>
      </dsp:txXfrm>
    </dsp:sp>
    <dsp:sp modelId="{4295C3AE-D9E5-4AC6-9D55-C8EFD3936BF1}">
      <dsp:nvSpPr>
        <dsp:cNvPr id="0" name=""/>
        <dsp:cNvSpPr/>
      </dsp:nvSpPr>
      <dsp:spPr>
        <a:xfrm>
          <a:off x="0" y="2577786"/>
          <a:ext cx="10515600" cy="798524"/>
        </a:xfrm>
        <a:prstGeom prst="roundRect">
          <a:avLst/>
        </a:prstGeom>
        <a:gradFill rotWithShape="0">
          <a:gsLst>
            <a:gs pos="0">
              <a:schemeClr val="accent2">
                <a:hueOff val="-4452596"/>
                <a:satOff val="0"/>
                <a:lumOff val="-1808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4452596"/>
                <a:satOff val="0"/>
                <a:lumOff val="-1808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4452596"/>
                <a:satOff val="0"/>
                <a:lumOff val="-1808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 mitigate the risks of bias, hallucination, or lack of provenance, making users distrustful.</a:t>
          </a:r>
        </a:p>
      </dsp:txBody>
      <dsp:txXfrm>
        <a:off x="38981" y="2616767"/>
        <a:ext cx="10437638" cy="720562"/>
      </dsp:txXfrm>
    </dsp:sp>
    <dsp:sp modelId="{E0AF9F8B-F1A6-4938-94F6-1A6AAFFF5F15}">
      <dsp:nvSpPr>
        <dsp:cNvPr id="0" name=""/>
        <dsp:cNvSpPr/>
      </dsp:nvSpPr>
      <dsp:spPr>
        <a:xfrm>
          <a:off x="0" y="3437562"/>
          <a:ext cx="10515600" cy="798524"/>
        </a:xfrm>
        <a:prstGeom prst="roundRect">
          <a:avLst/>
        </a:prstGeom>
        <a:gradFill rotWithShape="0">
          <a:gsLst>
            <a:gs pos="0">
              <a:schemeClr val="accent2">
                <a:hueOff val="-5936795"/>
                <a:satOff val="0"/>
                <a:lumOff val="-2411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5936795"/>
                <a:satOff val="0"/>
                <a:lumOff val="-2411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5936795"/>
                <a:satOff val="0"/>
                <a:lumOff val="-2411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So, without HII enhancement, the LLM is a black box Q&amp;A bot, not a trustworthy GLAM partner.</a:t>
          </a:r>
        </a:p>
      </dsp:txBody>
      <dsp:txXfrm>
        <a:off x="38981" y="3476543"/>
        <a:ext cx="10437638" cy="7205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29AD1A-D6B9-41F1-A97A-DC69A919964A}">
      <dsp:nvSpPr>
        <dsp:cNvPr id="0" name=""/>
        <dsp:cNvSpPr/>
      </dsp:nvSpPr>
      <dsp:spPr>
        <a:xfrm>
          <a:off x="0" y="2239"/>
          <a:ext cx="5917875" cy="11351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341231-ED38-48BB-BC01-966D37BFDE5C}">
      <dsp:nvSpPr>
        <dsp:cNvPr id="0" name=""/>
        <dsp:cNvSpPr/>
      </dsp:nvSpPr>
      <dsp:spPr>
        <a:xfrm>
          <a:off x="343387" y="257652"/>
          <a:ext cx="624341" cy="6243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F13C1-8BD3-4EB0-9F9C-918E702A0E58}">
      <dsp:nvSpPr>
        <dsp:cNvPr id="0" name=""/>
        <dsp:cNvSpPr/>
      </dsp:nvSpPr>
      <dsp:spPr>
        <a:xfrm>
          <a:off x="1311116" y="2239"/>
          <a:ext cx="4606759" cy="1135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138" tIns="120138" rIns="120138" bIns="12013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Theoretical Implications</a:t>
          </a:r>
          <a:endParaRPr lang="en-US" sz="2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11116" y="2239"/>
        <a:ext cx="4606759" cy="1135166"/>
      </dsp:txXfrm>
    </dsp:sp>
    <dsp:sp modelId="{4A84674B-869C-4DC2-B2F1-C301A61EE4CA}">
      <dsp:nvSpPr>
        <dsp:cNvPr id="0" name=""/>
        <dsp:cNvSpPr/>
      </dsp:nvSpPr>
      <dsp:spPr>
        <a:xfrm>
          <a:off x="0" y="1421197"/>
          <a:ext cx="5917875" cy="11351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7DF985-7508-437D-B2B7-8A7A29FD2FCA}">
      <dsp:nvSpPr>
        <dsp:cNvPr id="0" name=""/>
        <dsp:cNvSpPr/>
      </dsp:nvSpPr>
      <dsp:spPr>
        <a:xfrm>
          <a:off x="343387" y="1676609"/>
          <a:ext cx="624341" cy="6243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713B9-2C71-468D-A61B-6DBE85939A07}">
      <dsp:nvSpPr>
        <dsp:cNvPr id="0" name=""/>
        <dsp:cNvSpPr/>
      </dsp:nvSpPr>
      <dsp:spPr>
        <a:xfrm>
          <a:off x="1311116" y="1421197"/>
          <a:ext cx="2663044" cy="1135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138" tIns="120138" rIns="120138" bIns="12013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Sense-Making Theory</a:t>
          </a:r>
        </a:p>
      </dsp:txBody>
      <dsp:txXfrm>
        <a:off x="1311116" y="1421197"/>
        <a:ext cx="2663044" cy="1135166"/>
      </dsp:txXfrm>
    </dsp:sp>
    <dsp:sp modelId="{3188905A-4D1F-4C97-BF28-6A8E94555B81}">
      <dsp:nvSpPr>
        <dsp:cNvPr id="0" name=""/>
        <dsp:cNvSpPr/>
      </dsp:nvSpPr>
      <dsp:spPr>
        <a:xfrm>
          <a:off x="3974161" y="1421197"/>
          <a:ext cx="1943714" cy="1135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138" tIns="120138" rIns="120138" bIns="12013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Did the LLM really help the user construct meaning?</a:t>
          </a:r>
        </a:p>
      </dsp:txBody>
      <dsp:txXfrm>
        <a:off x="3974161" y="1421197"/>
        <a:ext cx="1943714" cy="1135166"/>
      </dsp:txXfrm>
    </dsp:sp>
    <dsp:sp modelId="{6C5C3F7E-720A-4B85-99D9-462C1245C931}">
      <dsp:nvSpPr>
        <dsp:cNvPr id="0" name=""/>
        <dsp:cNvSpPr/>
      </dsp:nvSpPr>
      <dsp:spPr>
        <a:xfrm>
          <a:off x="0" y="2840155"/>
          <a:ext cx="5917875" cy="11351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F78529-9915-4EA6-A2F1-77E071CB0F66}">
      <dsp:nvSpPr>
        <dsp:cNvPr id="0" name=""/>
        <dsp:cNvSpPr/>
      </dsp:nvSpPr>
      <dsp:spPr>
        <a:xfrm>
          <a:off x="343387" y="3095567"/>
          <a:ext cx="624341" cy="6243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D282F-6837-4813-8829-A82D23AD9C0D}">
      <dsp:nvSpPr>
        <dsp:cNvPr id="0" name=""/>
        <dsp:cNvSpPr/>
      </dsp:nvSpPr>
      <dsp:spPr>
        <a:xfrm>
          <a:off x="1311116" y="2840155"/>
          <a:ext cx="2663044" cy="1135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138" tIns="120138" rIns="120138" bIns="12013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Information Search Theory (ISP)</a:t>
          </a:r>
        </a:p>
      </dsp:txBody>
      <dsp:txXfrm>
        <a:off x="1311116" y="2840155"/>
        <a:ext cx="2663044" cy="1135166"/>
      </dsp:txXfrm>
    </dsp:sp>
    <dsp:sp modelId="{925A30F9-E372-4705-A3AE-8409AAA8B30E}">
      <dsp:nvSpPr>
        <dsp:cNvPr id="0" name=""/>
        <dsp:cNvSpPr/>
      </dsp:nvSpPr>
      <dsp:spPr>
        <a:xfrm>
          <a:off x="3974161" y="2840155"/>
          <a:ext cx="1943714" cy="1135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138" tIns="120138" rIns="120138" bIns="12013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Did LLM reduce uncertainty and scaffold the process?</a:t>
          </a:r>
        </a:p>
      </dsp:txBody>
      <dsp:txXfrm>
        <a:off x="3974161" y="2840155"/>
        <a:ext cx="1943714" cy="1135166"/>
      </dsp:txXfrm>
    </dsp:sp>
    <dsp:sp modelId="{D5EF4054-F117-49A9-8164-43FCE336D742}">
      <dsp:nvSpPr>
        <dsp:cNvPr id="0" name=""/>
        <dsp:cNvSpPr/>
      </dsp:nvSpPr>
      <dsp:spPr>
        <a:xfrm>
          <a:off x="0" y="4259113"/>
          <a:ext cx="5917875" cy="11351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8E3FDB-ED7A-41AD-A01F-EBB3C706F25E}">
      <dsp:nvSpPr>
        <dsp:cNvPr id="0" name=""/>
        <dsp:cNvSpPr/>
      </dsp:nvSpPr>
      <dsp:spPr>
        <a:xfrm>
          <a:off x="343387" y="4514525"/>
          <a:ext cx="624341" cy="62434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3EAB6C-BA06-4C62-ADFC-883D69B69555}">
      <dsp:nvSpPr>
        <dsp:cNvPr id="0" name=""/>
        <dsp:cNvSpPr/>
      </dsp:nvSpPr>
      <dsp:spPr>
        <a:xfrm>
          <a:off x="1311116" y="4259113"/>
          <a:ext cx="2663044" cy="1135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138" tIns="120138" rIns="120138" bIns="12013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Bates Berry-picking Model</a:t>
          </a:r>
        </a:p>
      </dsp:txBody>
      <dsp:txXfrm>
        <a:off x="1311116" y="4259113"/>
        <a:ext cx="2663044" cy="1135166"/>
      </dsp:txXfrm>
    </dsp:sp>
    <dsp:sp modelId="{6C47E78E-6D5E-41E8-A86E-9E0708B88D91}">
      <dsp:nvSpPr>
        <dsp:cNvPr id="0" name=""/>
        <dsp:cNvSpPr/>
      </dsp:nvSpPr>
      <dsp:spPr>
        <a:xfrm>
          <a:off x="3974161" y="4259113"/>
          <a:ext cx="1943714" cy="11351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138" tIns="120138" rIns="120138" bIns="12013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Did LLM support iterative, exploratory searching?</a:t>
          </a:r>
        </a:p>
      </dsp:txBody>
      <dsp:txXfrm>
        <a:off x="3974161" y="4259113"/>
        <a:ext cx="1943714" cy="11351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B84CDB-153E-E0D4-EEBA-983FE952C5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06BAC3-82B7-8B18-09D5-CE0654FF3E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96889-ABED-4758-8DD6-89C19058277C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B1AD4D-EADE-A87A-68D8-95ED7A6737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0A8AF-BFA6-BEAC-620E-B8A3576BA6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64CD9-C05B-4577-A617-2961694A3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652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9FDDA-171A-4AD5-84E4-42A61695C04C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E1DAD-0CA4-4BAC-910A-A5574C68A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9514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E8A1-6DA8-4496-BCE8-03ED561CC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760"/>
            <a:ext cx="10515600" cy="2890202"/>
          </a:xfrm>
        </p:spPr>
        <p:txBody>
          <a:bodyPr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24CCC-3D44-4BB5-AA35-A21607EF6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06150"/>
            <a:ext cx="10515600" cy="248348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80F6-1855-44E9-BA95-5E00A06E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56C16-117C-4021-BDF0-F20DFAF125AF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7FFD-570A-4968-B943-AF87BB67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E6A8-0665-4714-B241-6AFBA8C6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0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A8A8-ECDA-4018-ABB4-CC22892B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AE7C-51AF-4F0E-B5A3-8C7E102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8C09-A717-49AB-B60E-433BC469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CEF7B-34DC-4029-B6D6-A597AD7CB31E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1A47A-6E5A-4754-8B43-9CE55616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A1EB-7AC7-4F86-90C0-AA980D88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8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5957-C46F-4F17-BC8C-6507E67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5760"/>
            <a:ext cx="10515600" cy="382786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9661B-6633-4C8B-8B9C-E514DF85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43817"/>
            <a:ext cx="10515600" cy="16458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74BF-C1CD-4709-B0A0-E9407DB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F2BDE-F83F-4458-A45C-05795A74B333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DB94-0A5B-4B56-B0B1-1FF5580A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668A-35AE-4CDF-AC4C-2BEEA9EE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77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1FD-0E96-4963-9F09-9286157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E5F0-B650-4AFF-B90E-23B378684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876"/>
            <a:ext cx="5181600" cy="42360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1747B-302D-476E-8F4F-E4B114C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0876"/>
            <a:ext cx="5181600" cy="423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0577D-22F7-4958-BB3D-6C9265EA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795C4-FB6F-43E6-AFC3-BBAD903AE3EE}" type="datetime1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C5B46-A8FB-4683-9618-3F6E0738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887BD-93E9-4181-9D7F-940C3E17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382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3D79-FA27-4567-9032-AF722733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7C1BF-703F-4992-BB0C-EB1E579C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51823"/>
            <a:ext cx="5157787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2FCE1-6DC0-43B5-8016-89FD4AF5A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54741"/>
            <a:ext cx="5157787" cy="32349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FED7A-67D0-43CC-889A-25F884964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1823"/>
            <a:ext cx="5183188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1C176-48F2-44EC-B3A2-A144403D5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54741"/>
            <a:ext cx="5183188" cy="323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187B8-AC48-4FE7-8658-8A31E373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4E4E2-CAA7-4EC2-B7F0-75E3BED57FB6}" type="datetime1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AB465-E22E-45DC-89C9-406121BC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9D1CF-F964-4405-8677-5F9E2A02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69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3453-DD0F-41C0-8F4A-5DC343F5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6313-506F-4456-B3D9-D9655538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414C2-6D15-4FFA-9B18-09A6BD6C79D6}" type="datetime1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26068-7707-41EC-93EF-A24CAF8F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C8A3C-8C01-4039-B47B-57D84975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63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92633-8C77-419D-B24D-2B3D44DB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64FB-1FC1-4014-A68D-B9D24DA7B007}" type="datetime1">
              <a:rPr lang="en-US" smtClean="0"/>
              <a:t>9/7/2025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49D59-0A88-4A14-A740-4CCD9B52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3DEF9-802F-444E-92D2-397862EE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C20-3881-4F15-94F7-9D7B9F9E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F40F-6C2A-48EC-8F16-DA179A1D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638" y="457201"/>
            <a:ext cx="5800749" cy="54038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36B7E-D33D-48C7-97AC-5C0D9874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4343400" cy="2211387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49BC5-FF58-463A-B4FA-F0F912F1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D938-0390-4236-8887-1396F52DD797}" type="datetime1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072D7-4A2A-407F-A084-6AE8DD00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4C41C-C368-475C-BDC1-DC5B29C7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08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67B0-865B-44ED-9DFE-36C73B0C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C5CF7-138A-437C-9E0A-FF417997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61462" y="457201"/>
            <a:ext cx="5793925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17822-7770-4117-96A2-8D2FF0A0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64424"/>
            <a:ext cx="4343400" cy="2204564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95030-39C7-4814-A766-1A3E094E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7703B-529B-43B6-B9CE-9AB8DF233A63}" type="datetime1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F02CD-DC87-47B6-96C4-F6470B1D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FF531-02C2-4C1D-A692-70403780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8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26EC-DC54-4882-9D58-F201EA25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04E7C-4CBA-49AF-B24C-1A1FF51C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3C727-C0C7-4BBA-9CF5-6C1FAC76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C327B-01DA-433D-959B-67350339EB96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3986-C5B4-4956-AC6F-4F36186B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F941-E847-4C51-97D6-21066B26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0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338D2-D9EE-4B67-97C1-08ABD5745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53848" y="365125"/>
            <a:ext cx="3999952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B1422-6C1E-4422-80E8-34B0092FB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626546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B53C-3084-4BC0-A80E-DB41C04C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18C6-A8A4-4CCC-B48F-9DB917EA456D}" type="datetime1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BFDE-DC70-4A6E-90B8-337FC472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578F-39AE-4F6F-9614-32EF672E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8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18BD-D734-48A1-8CC0-609D11E5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215A-D2A1-4903-A905-F8B06EF4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0875"/>
            <a:ext cx="10515600" cy="423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B88A-7A1D-4AA1-8536-28DC13D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E5AB4-3291-40A7-A5BD-54E5E6D4C4F8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E925-0C4B-4BAE-9799-3A9D46D92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AD54-E5C5-4D48-8592-BB22F0A85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60201-1C40-4B39-813D-5CD9493BA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51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5400" kern="1200" smtClean="0">
          <a:gradFill>
            <a:gsLst>
              <a:gs pos="100000">
                <a:schemeClr val="tx2"/>
              </a:gs>
              <a:gs pos="0">
                <a:schemeClr val="accent1"/>
              </a:gs>
            </a:gsLst>
            <a:lin ang="0" scaled="1"/>
          </a:gradFill>
          <a:latin typeface="Aharoni" panose="02010803020104030203" pitchFamily="2" charset="-79"/>
          <a:ea typeface="+mn-ea"/>
          <a:cs typeface="Angsana New" panose="02020603050405020304" pitchFamily="18" charset="-34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CEF03-5971-0DD0-44AC-2CCEFFB11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3675" y="1710812"/>
            <a:ext cx="5610738" cy="2321437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Proposing an Integration Methodology to Customize Large Language Models for Information Services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2BDA3-A529-18DD-7EE3-FB25B72ED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600" y="4257419"/>
            <a:ext cx="2585884" cy="1962406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Rohit Raj Gunti</a:t>
            </a:r>
          </a:p>
        </p:txBody>
      </p:sp>
      <p:pic>
        <p:nvPicPr>
          <p:cNvPr id="5" name="Picture 4" descr="A logo for a university&#10;&#10;AI-generated content may be incorrect.">
            <a:extLst>
              <a:ext uri="{FF2B5EF4-FFF2-40B4-BE49-F238E27FC236}">
                <a16:creationId xmlns:a16="http://schemas.microsoft.com/office/drawing/2014/main" id="{82F87F63-AE38-8374-CED7-F265832DE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57" y="1149574"/>
            <a:ext cx="4780081" cy="455302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63B04-1DC7-0F94-5E11-829B14513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b="1" smtClean="0"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3725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3E2EEE-5E2B-473D-B932-CC1CB6659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3E5B33-4E1C-4086-0802-55511101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668000" cy="1038508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6D16E-A3A7-A510-05C9-F7791AE9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3060201-1C40-4B39-813D-5CD9493BAEED}" type="slidenum">
              <a:rPr lang="en-US" b="1" smtClean="0"/>
              <a:pPr>
                <a:spcAft>
                  <a:spcPts val="600"/>
                </a:spcAft>
              </a:pPr>
              <a:t>2</a:t>
            </a:fld>
            <a:endParaRPr lang="en-US" b="1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A7F6F29-88A8-C06D-3A4C-A67624E9AF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8944259"/>
              </p:ext>
            </p:extLst>
          </p:nvPr>
        </p:nvGraphicFramePr>
        <p:xfrm>
          <a:off x="838200" y="1980843"/>
          <a:ext cx="10515600" cy="4235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31431A8-6480-D567-80C5-68A8BB57E165}"/>
              </a:ext>
            </a:extLst>
          </p:cNvPr>
          <p:cNvSpPr txBox="1"/>
          <p:nvPr/>
        </p:nvSpPr>
        <p:spPr>
          <a:xfrm>
            <a:off x="5277465" y="1980843"/>
            <a:ext cx="894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GLAM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748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A289B-2494-6966-B307-C9C3BDF3E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in GLAM Institutions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5BCB8-E8EB-8FD4-195B-BB38F7581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40875"/>
            <a:ext cx="11176819" cy="4236087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lphaU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Dismissive Opinion about AI due to Lack of Human-Information Interaction in Automation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 human-information interactive approach</a:t>
            </a:r>
          </a:p>
          <a:p>
            <a:pPr marL="742950" indent="-742950">
              <a:buFont typeface="+mj-lt"/>
              <a:buAutoNum type="alphaU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Technicality Related to AI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 coding-free approach</a:t>
            </a:r>
          </a:p>
          <a:p>
            <a:pPr marL="742950" indent="-742950">
              <a:buFont typeface="+mj-lt"/>
              <a:buAutoNum type="alphaU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for AI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an optimi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zed and cost-effective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90749-D94C-F12D-E1B4-78D42CF59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b="1" smtClean="0"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51585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21751-40A6-F56C-32E1-70CA42C75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88" y="109235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Proposed Methodology Ideal for GLAM Institutions?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53CF6-8859-498E-847C-D7BD38DFD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88" y="2120263"/>
            <a:ext cx="10515600" cy="4236087"/>
          </a:xfrm>
        </p:spPr>
        <p:txBody>
          <a:bodyPr>
            <a:normAutofit fontScale="85000" lnSpcReduction="10000"/>
          </a:bodyPr>
          <a:lstStyle/>
          <a:p>
            <a:pPr marL="457200" lvl="1" indent="0" algn="just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ideal methodology that can transform a generic LLM from a transactional chatbot into a meaningful information GLAM partner. Therefore, the methodology design supports both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Human-Information Interaction (HII)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Trustworthiness</a:t>
            </a:r>
          </a:p>
          <a:p>
            <a:pPr marL="457200" lvl="1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077F1-C3CC-A09A-FC5B-381807DF4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20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A09F8-1AB0-C5AC-5CE6-6AF7A471A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1325563"/>
          </a:xfrm>
        </p:spPr>
        <p:txBody>
          <a:bodyPr>
            <a:noAutofit/>
          </a:bodyPr>
          <a:lstStyle/>
          <a:p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does this LLM-Integration Methodology in GLAM institutions need HII and Trust Requirements?</a:t>
            </a:r>
            <a:endParaRPr lang="en-US" sz="40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65B463-8C7D-E21A-50FB-A4E85CD461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4655576"/>
              </p:ext>
            </p:extLst>
          </p:nvPr>
        </p:nvGraphicFramePr>
        <p:xfrm>
          <a:off x="838200" y="1940875"/>
          <a:ext cx="10515600" cy="4236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4AD3D-0F6D-BDE3-78F6-EDA50C7E9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b="1" smtClean="0"/>
              <a:t>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99067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68F9D89-54B8-41F8-8839-49992D645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240CD6-79E3-D5E8-554A-7A261F3E9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08876"/>
            <a:ext cx="5257800" cy="227548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21778A3-DA3E-EE06-B18C-2BDAF043F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586" y="2937958"/>
            <a:ext cx="5257799" cy="285240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and Preprocessing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Customize and Save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 and Download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Inspect and Evaluate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D63A60-93F3-5A38-5541-6DAFA50BB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185" y="348839"/>
            <a:ext cx="3310554" cy="580615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D190A-DCC9-186C-5981-5A035D801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b="1" smtClean="0"/>
              <a:t>6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45308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E1754-534D-CDCD-FCF6-138F84F41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Three Stages Design: Human-Information Interaction (HII)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C738F-26C2-BAB0-646F-D14438584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GLAMs, HII covers how Information Professions (patrons, researchers, and staff) seek, interpret, and use information.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the first three stages of the methodology focus on IS professionals’ perspectives on how they interact with information systems, in three dimensions: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Emotionally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Cognitively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Socially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953D5-F86B-0090-8AC5-82BFC398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b="1" smtClean="0"/>
              <a:t>7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841092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3947E-91CF-96E2-B355-23DE52E1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" y="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it HII Enhanced?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B70BC-872C-BBC1-6936-76603B547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049"/>
            <a:ext cx="10515600" cy="4236087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Preprocess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(Emotional Dimension)</a:t>
            </a:r>
          </a:p>
          <a:p>
            <a:pPr lvl="2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information professionals identify the data that can fit into design.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Customize (Finetune) and Save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(Cognitive Dimension)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Professionals can add references, examples, and craft instructions in their own words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and Inspect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Refines (Social Dimension)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based on Information Professionals’ feedback, not just computational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4F08E-D6B7-9E10-AA1E-437AFF59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b="1" smtClean="0"/>
              <a:t>8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272063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F60BD-3A37-17A5-D6BF-BE3509EAD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1564660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Integrative Model of Organizational Trust (IMOT)</a:t>
            </a:r>
            <a:b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83C1D-086A-EEE9-6A0E-D69A1177E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3097"/>
            <a:ext cx="10515600" cy="40138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Inspect and Evaluate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Implications</a:t>
            </a:r>
          </a:p>
          <a:p>
            <a:pPr lvl="3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Scores &amp; Manual Inspection</a:t>
            </a:r>
          </a:p>
          <a:p>
            <a:pPr lvl="4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Indicators (Trustworthiness)</a:t>
            </a:r>
          </a:p>
          <a:p>
            <a:pPr lvl="5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Robustness, Consistency, Naturalness, Relevance, Fairness, Reliability, Safety, and Similar Qualities.</a:t>
            </a:r>
          </a:p>
          <a:p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8B9EB-F93A-E80A-D9D5-4D76AFF0C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b="1" smtClean="0"/>
              <a:t>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45585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51">
            <a:extLst>
              <a:ext uri="{FF2B5EF4-FFF2-40B4-BE49-F238E27FC236}">
                <a16:creationId xmlns:a16="http://schemas.microsoft.com/office/drawing/2014/main" id="{EB2B1BE7-5CFA-1731-1FC2-13952CE3B6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473" y="395703"/>
            <a:ext cx="5292391" cy="6035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DAD5283A-FD6E-805F-5A50-049928AEE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00589"/>
            <a:ext cx="3181142" cy="162783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Findings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1DE304E-B292-780D-0AF8-8ED9CD8E4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94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B7B6363-B86F-40A3-8902-DFA61F46B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B62216-DB06-DEE5-287C-E4A4407C2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2966" y="780444"/>
            <a:ext cx="4030834" cy="5391756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24DA0-C2A0-1A53-03C7-D038E2804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3060201-1C40-4B39-813D-5CD9493BAEED}" type="slidenum">
              <a:rPr lang="en-US" b="1" smtClean="0"/>
              <a:pPr>
                <a:spcAft>
                  <a:spcPts val="600"/>
                </a:spcAft>
              </a:pPr>
              <a:t>11</a:t>
            </a:fld>
            <a:endParaRPr lang="en-US" b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DC6ECD-5194-9C54-3F6A-0AEFE5E1C0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2537070"/>
              </p:ext>
            </p:extLst>
          </p:nvPr>
        </p:nvGraphicFramePr>
        <p:xfrm>
          <a:off x="838200" y="780444"/>
          <a:ext cx="5917876" cy="5396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6736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F42A35-436D-534C-F0DC-ABBE895E1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6644"/>
            <a:ext cx="6319746" cy="196240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7B6100A8-1650-667C-C09E-D0F75769F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9591" y="2917927"/>
            <a:ext cx="3337606" cy="333760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9AAAB-26DF-B816-4234-55B40389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b="1" smtClean="0"/>
              <a:t>12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15572171"/>
      </p:ext>
    </p:extLst>
  </p:cSld>
  <p:clrMapOvr>
    <a:masterClrMapping/>
  </p:clrMapOvr>
</p:sld>
</file>

<file path=ppt/theme/theme1.xml><?xml version="1.0" encoding="utf-8"?>
<a:theme xmlns:a="http://schemas.openxmlformats.org/drawingml/2006/main" name="FadeVTI">
  <a:themeElements>
    <a:clrScheme name="gradient">
      <a:dk1>
        <a:sysClr val="windowText" lastClr="000000"/>
      </a:dk1>
      <a:lt1>
        <a:sysClr val="window" lastClr="FFFFFF"/>
      </a:lt1>
      <a:dk2>
        <a:srgbClr val="203040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DA2A69"/>
      </a:accent6>
      <a:hlink>
        <a:srgbClr val="3E8FF1"/>
      </a:hlink>
      <a:folHlink>
        <a:srgbClr val="939393"/>
      </a:folHlink>
    </a:clrScheme>
    <a:fontScheme name="Custom 49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deVTI" id="{1194088A-B135-4437-9FD8-7466BBC13A13}" vid="{B787DE2F-1995-45D8-A8E2-6B5CC521AC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1CB4E21E376642A871B4BBBF376111" ma:contentTypeVersion="14" ma:contentTypeDescription="Create a new document." ma:contentTypeScope="" ma:versionID="efbdce6f1e8b6dac618063dc621bd937">
  <xsd:schema xmlns:xsd="http://www.w3.org/2001/XMLSchema" xmlns:xs="http://www.w3.org/2001/XMLSchema" xmlns:p="http://schemas.microsoft.com/office/2006/metadata/properties" xmlns:ns2="9386251c-c754-4a6c-90dd-93fdc1e17d91" xmlns:ns3="9107b037-0cb1-47e5-b5aa-8e7cc37e5c39" targetNamespace="http://schemas.microsoft.com/office/2006/metadata/properties" ma:root="true" ma:fieldsID="b8f8e7239cb1017654ad0d49c7091610" ns2:_="" ns3:_="">
    <xsd:import namespace="9386251c-c754-4a6c-90dd-93fdc1e17d91"/>
    <xsd:import namespace="9107b037-0cb1-47e5-b5aa-8e7cc37e5c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86251c-c754-4a6c-90dd-93fdc1e17d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4acc8d3-66d8-4f7f-ac2f-7fccaf6b6e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Notes" ma:index="21" nillable="true" ma:displayName="Notes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07b037-0cb1-47e5-b5aa-8e7cc37e5c3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f7b583d-2f8f-4825-9c51-3524deb2b25a}" ma:internalName="TaxCatchAll" ma:showField="CatchAllData" ma:web="9107b037-0cb1-47e5-b5aa-8e7cc37e5c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386251c-c754-4a6c-90dd-93fdc1e17d91">
      <Terms xmlns="http://schemas.microsoft.com/office/infopath/2007/PartnerControls"/>
    </lcf76f155ced4ddcb4097134ff3c332f>
    <Notes xmlns="9386251c-c754-4a6c-90dd-93fdc1e17d91" xsi:nil="true"/>
    <TaxCatchAll xmlns="9107b037-0cb1-47e5-b5aa-8e7cc37e5c39" xsi:nil="true"/>
  </documentManagement>
</p:properties>
</file>

<file path=customXml/itemProps1.xml><?xml version="1.0" encoding="utf-8"?>
<ds:datastoreItem xmlns:ds="http://schemas.openxmlformats.org/officeDocument/2006/customXml" ds:itemID="{C9A55618-A881-4B11-8606-78168A51C7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94790D-C8E8-4CE0-BC93-7B2539041488}"/>
</file>

<file path=customXml/itemProps3.xml><?xml version="1.0" encoding="utf-8"?>
<ds:datastoreItem xmlns:ds="http://schemas.openxmlformats.org/officeDocument/2006/customXml" ds:itemID="{EE6A1B7C-3AFF-4FCC-AD6A-7CD07008593A}">
  <ds:schemaRefs>
    <ds:schemaRef ds:uri="http://purl.org/dc/dcmitype/"/>
    <ds:schemaRef ds:uri="34d22827-f5ad-46fe-ab06-eca27589f6c4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e31e2070-517c-4cdc-bb8f-f2b375582cd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456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Aharoni</vt:lpstr>
      <vt:lpstr>Aptos</vt:lpstr>
      <vt:lpstr>Arial</vt:lpstr>
      <vt:lpstr>Avenir Next LT Pro</vt:lpstr>
      <vt:lpstr>Courier New</vt:lpstr>
      <vt:lpstr>Times New Roman</vt:lpstr>
      <vt:lpstr>Wingdings</vt:lpstr>
      <vt:lpstr>FadeVTI</vt:lpstr>
      <vt:lpstr>Proposing an Integration Methodology to Customize Large Language Models for Information Services</vt:lpstr>
      <vt:lpstr>For Whom?</vt:lpstr>
      <vt:lpstr>Literature in GLAM Institutions</vt:lpstr>
      <vt:lpstr>How is Proposed Methodology Ideal for GLAM Institutions? </vt:lpstr>
      <vt:lpstr>   Why does this LLM-Integration Methodology in GLAM institutions need HII and Trust Requirements?</vt:lpstr>
      <vt:lpstr>Methodology</vt:lpstr>
      <vt:lpstr>First Three Stages Design: Human-Information Interaction (HII) Enhancement</vt:lpstr>
      <vt:lpstr>How is it HII Enhanced?</vt:lpstr>
      <vt:lpstr>Integrative Model of Organizational Trust (IMOT) </vt:lpstr>
      <vt:lpstr>Preliminary Findings</vt:lpstr>
      <vt:lpstr>Future Research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Gunti, Rohit</dc:creator>
  <cp:lastModifiedBy>Gunti, Rohit</cp:lastModifiedBy>
  <cp:revision>2</cp:revision>
  <dcterms:created xsi:type="dcterms:W3CDTF">2025-09-05T12:10:00Z</dcterms:created>
  <dcterms:modified xsi:type="dcterms:W3CDTF">2025-09-08T00:19:11Z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0x0101009C1CB4E21E376642A871B4BBBF376111</vt:lpwstr>
  </property>
</Properties>
</file>