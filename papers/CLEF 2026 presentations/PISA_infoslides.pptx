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4"/>
  </p:notesMasterIdLst>
  <p:sldIdLst>
    <p:sldId id="282" r:id="rId5"/>
    <p:sldId id="257" r:id="rId6"/>
    <p:sldId id="258" r:id="rId7"/>
    <p:sldId id="259" r:id="rId8"/>
    <p:sldId id="262" r:id="rId9"/>
    <p:sldId id="263" r:id="rId10"/>
    <p:sldId id="265" r:id="rId11"/>
    <p:sldId id="281" r:id="rId12"/>
    <p:sldId id="278" r:id="rId13"/>
  </p:sldIdLst>
  <p:sldSz cx="18288000" cy="10287000"/>
  <p:notesSz cx="6858000" cy="9144000"/>
  <p:embeddedFontLst>
    <p:embeddedFont>
      <p:font typeface="Calibri (MS)" panose="020B0604020202020204" charset="0"/>
      <p:regular r:id="rId15"/>
    </p:embeddedFont>
    <p:embeddedFont>
      <p:font typeface="Dreaming Outloud Pro" panose="020F0502020204030204" pitchFamily="66" charset="0"/>
      <p:regular r:id="rId16"/>
      <p:italic r:id="rId17"/>
    </p:embeddedFont>
    <p:embeddedFont>
      <p:font typeface="Ink Free" panose="03080402000500000000" pitchFamily="66" charset="0"/>
      <p:regular r:id="rId18"/>
    </p:embeddedFont>
    <p:embeddedFont>
      <p:font typeface="Noto Sans" panose="020B0502040504020204" pitchFamily="34" charset="0"/>
      <p:regular r:id="rId19"/>
      <p:bold r:id="rId20"/>
      <p:italic r:id="rId21"/>
      <p:boldItalic r:id="rId22"/>
    </p:embeddedFont>
    <p:embeddedFont>
      <p:font typeface="Noto Sans Bold" panose="020B0502040504020204" pitchFamily="34"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C7D0271-7627-C330-CB4A-653ABC289ABA}" name="LIMOGES Sophie, EDU" initials="SL" userId="S::Sophie.LIMOGES@oecd.org::b2782e8f-8bfb-4766-961f-51f7b68264f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ECFD"/>
    <a:srgbClr val="85B3CB"/>
    <a:srgbClr val="B7D3E1"/>
    <a:srgbClr val="54C1EA"/>
    <a:srgbClr val="BAD17A"/>
    <a:srgbClr val="262964"/>
    <a:srgbClr val="1BAC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0" d="100"/>
          <a:sy n="70" d="100"/>
        </p:scale>
        <p:origin x="7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8DA5FF-B7EC-4317-B9E2-E8978D0567DC}"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8600E-4DAF-45B8-8C51-C58AB798153B}" type="slidenum">
              <a:rPr lang="en-US" smtClean="0"/>
              <a:t>‹#›</a:t>
            </a:fld>
            <a:endParaRPr lang="en-US"/>
          </a:p>
        </p:txBody>
      </p:sp>
    </p:spTree>
    <p:extLst>
      <p:ext uri="{BB962C8B-B14F-4D97-AF65-F5344CB8AC3E}">
        <p14:creationId xmlns:p14="http://schemas.microsoft.com/office/powerpoint/2010/main" val="1950013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E778600E-4DAF-45B8-8C51-C58AB798153B}" type="slidenum">
              <a:rPr lang="en-US" smtClean="0"/>
              <a:t>1</a:t>
            </a:fld>
            <a:endParaRPr lang="en-US"/>
          </a:p>
        </p:txBody>
      </p:sp>
    </p:spTree>
    <p:extLst>
      <p:ext uri="{BB962C8B-B14F-4D97-AF65-F5344CB8AC3E}">
        <p14:creationId xmlns:p14="http://schemas.microsoft.com/office/powerpoint/2010/main" val="2172694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E778600E-4DAF-45B8-8C51-C58AB798153B}" type="slidenum">
              <a:rPr lang="en-US" smtClean="0"/>
              <a:t>3</a:t>
            </a:fld>
            <a:endParaRPr lang="en-US"/>
          </a:p>
        </p:txBody>
      </p:sp>
    </p:spTree>
    <p:extLst>
      <p:ext uri="{BB962C8B-B14F-4D97-AF65-F5344CB8AC3E}">
        <p14:creationId xmlns:p14="http://schemas.microsoft.com/office/powerpoint/2010/main" val="2254559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82B0A7A3-516C-9194-14BE-AAFEFFA22BDE}"/>
              </a:ext>
            </a:extLst>
          </p:cNvPr>
          <p:cNvSpPr txBox="1"/>
          <p:nvPr userDrawn="1">
            <p:extLst>
              <p:ext uri="{1162E1C5-73C7-4A58-AE30-91384D911F3F}">
                <p184:classification xmlns:p184="http://schemas.microsoft.com/office/powerpoint/2018/4/main" val="ftr"/>
              </p:ext>
            </p:extLst>
          </p:nvPr>
        </p:nvSpPr>
        <p:spPr>
          <a:xfrm>
            <a:off x="8285163" y="10071100"/>
            <a:ext cx="1746250" cy="152400"/>
          </a:xfrm>
          <a:prstGeom prst="rect">
            <a:avLst/>
          </a:prstGeom>
        </p:spPr>
        <p:txBody>
          <a:bodyPr horzOverflow="overflow" lIns="0" tIns="0" rIns="0" bIns="0">
            <a:spAutoFit/>
          </a:bodyPr>
          <a:lstStyle/>
          <a:p>
            <a:pPr algn="l"/>
            <a:r>
              <a:rPr lang="en-US" sz="1000">
                <a:solidFill>
                  <a:srgbClr val="0000FF"/>
                </a:solidFill>
                <a:latin typeface="Calibri" panose="020F0502020204030204" pitchFamily="34" charset="0"/>
                <a:ea typeface="Calibri" panose="020F0502020204030204" pitchFamily="34" charset="0"/>
                <a:cs typeface="Calibri" panose="020F0502020204030204" pitchFamily="34" charset="0"/>
              </a:rPr>
              <a:t>Restricted Use - À usage restreint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gif"/><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hyperlink" Target="https://www.oecd.org/en/about/programmes/pisa/pisa-test.html"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creativecommons.org/licenses/by/4.0/)."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85163" y="10071100"/>
            <a:ext cx="1746250" cy="152400"/>
            <a:chOff x="0" y="0"/>
            <a:chExt cx="2328333" cy="203200"/>
          </a:xfrm>
        </p:grpSpPr>
        <p:sp>
          <p:nvSpPr>
            <p:cNvPr id="3" name="Freeform 3"/>
            <p:cNvSpPr/>
            <p:nvPr/>
          </p:nvSpPr>
          <p:spPr>
            <a:xfrm>
              <a:off x="0" y="0"/>
              <a:ext cx="2328333" cy="203200"/>
            </a:xfrm>
            <a:custGeom>
              <a:avLst/>
              <a:gdLst/>
              <a:ahLst/>
              <a:cxnLst/>
              <a:rect l="l" t="t" r="r" b="b"/>
              <a:pathLst>
                <a:path w="2328333" h="203200">
                  <a:moveTo>
                    <a:pt x="0" y="0"/>
                  </a:moveTo>
                  <a:lnTo>
                    <a:pt x="2328333" y="0"/>
                  </a:lnTo>
                  <a:lnTo>
                    <a:pt x="2328333" y="203200"/>
                  </a:lnTo>
                  <a:lnTo>
                    <a:pt x="0" y="203200"/>
                  </a:lnTo>
                  <a:close/>
                </a:path>
              </a:pathLst>
            </a:custGeom>
            <a:solidFill>
              <a:srgbClr val="000000">
                <a:alpha val="0"/>
              </a:srgbClr>
            </a:solidFill>
          </p:spPr>
          <p:txBody>
            <a:bodyPr/>
            <a:lstStyle/>
            <a:p>
              <a:endParaRPr lang="en-US"/>
            </a:p>
          </p:txBody>
        </p:sp>
        <p:sp>
          <p:nvSpPr>
            <p:cNvPr id="4" name="TextBox 4"/>
            <p:cNvSpPr txBox="1"/>
            <p:nvPr/>
          </p:nvSpPr>
          <p:spPr>
            <a:xfrm>
              <a:off x="0" y="-28575"/>
              <a:ext cx="2328333" cy="231775"/>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5" name="Group 5"/>
          <p:cNvGrpSpPr/>
          <p:nvPr/>
        </p:nvGrpSpPr>
        <p:grpSpPr>
          <a:xfrm>
            <a:off x="-34958" y="347280"/>
            <a:ext cx="10351576" cy="7619999"/>
            <a:chOff x="0" y="0"/>
            <a:chExt cx="13541612" cy="10159999"/>
          </a:xfrm>
        </p:grpSpPr>
        <p:sp>
          <p:nvSpPr>
            <p:cNvPr id="6" name="Freeform 6"/>
            <p:cNvSpPr/>
            <p:nvPr/>
          </p:nvSpPr>
          <p:spPr>
            <a:xfrm>
              <a:off x="0" y="0"/>
              <a:ext cx="13541629" cy="10160000"/>
            </a:xfrm>
            <a:custGeom>
              <a:avLst/>
              <a:gdLst/>
              <a:ahLst/>
              <a:cxnLst/>
              <a:rect l="l" t="t" r="r" b="b"/>
              <a:pathLst>
                <a:path w="13541629" h="10160000">
                  <a:moveTo>
                    <a:pt x="0" y="0"/>
                  </a:moveTo>
                  <a:lnTo>
                    <a:pt x="13541629" y="0"/>
                  </a:lnTo>
                  <a:lnTo>
                    <a:pt x="13541629" y="10160000"/>
                  </a:lnTo>
                  <a:lnTo>
                    <a:pt x="0" y="10160000"/>
                  </a:lnTo>
                  <a:lnTo>
                    <a:pt x="0" y="0"/>
                  </a:lnTo>
                  <a:close/>
                </a:path>
              </a:pathLst>
            </a:custGeom>
            <a:solidFill>
              <a:srgbClr val="262964"/>
            </a:solidFill>
          </p:spPr>
          <p:txBody>
            <a:bodyPr/>
            <a:lstStyle/>
            <a:p>
              <a:endParaRPr lang="en-US"/>
            </a:p>
          </p:txBody>
        </p:sp>
      </p:grpSp>
      <p:sp>
        <p:nvSpPr>
          <p:cNvPr id="7" name="Freeform 7"/>
          <p:cNvSpPr/>
          <p:nvPr/>
        </p:nvSpPr>
        <p:spPr>
          <a:xfrm>
            <a:off x="-216976" y="-464949"/>
            <a:ext cx="18504976" cy="2008177"/>
          </a:xfrm>
          <a:custGeom>
            <a:avLst/>
            <a:gdLst/>
            <a:ahLst/>
            <a:cxnLst/>
            <a:rect l="l" t="t" r="r" b="b"/>
            <a:pathLst>
              <a:path w="18288000" h="1724054">
                <a:moveTo>
                  <a:pt x="0" y="0"/>
                </a:moveTo>
                <a:lnTo>
                  <a:pt x="18288000" y="0"/>
                </a:lnTo>
                <a:lnTo>
                  <a:pt x="18288000" y="1724054"/>
                </a:lnTo>
                <a:lnTo>
                  <a:pt x="0" y="1724054"/>
                </a:lnTo>
                <a:lnTo>
                  <a:pt x="0" y="0"/>
                </a:lnTo>
                <a:close/>
              </a:path>
            </a:pathLst>
          </a:custGeom>
          <a:blipFill>
            <a:blip>
              <a:extLst>
                <a:ext uri="{96DAC541-7B7A-43D3-8B79-37D633B846F1}">
                  <asvg:svgBlip xmlns:asvg="http://schemas.microsoft.com/office/drawing/2016/SVG/main" r:embed="rId3"/>
                </a:ext>
              </a:extLst>
            </a:blip>
            <a:stretch>
              <a:fillRect t="-249" b="-249"/>
            </a:stretch>
          </a:blipFill>
        </p:spPr>
        <p:txBody>
          <a:bodyPr/>
          <a:lstStyle/>
          <a:p>
            <a:endParaRPr lang="en-US"/>
          </a:p>
        </p:txBody>
      </p:sp>
      <p:grpSp>
        <p:nvGrpSpPr>
          <p:cNvPr id="8" name="Group 8"/>
          <p:cNvGrpSpPr/>
          <p:nvPr/>
        </p:nvGrpSpPr>
        <p:grpSpPr>
          <a:xfrm>
            <a:off x="-340963" y="7319108"/>
            <a:ext cx="18628963" cy="1724054"/>
            <a:chOff x="0" y="0"/>
            <a:chExt cx="24384000" cy="2298739"/>
          </a:xfrm>
        </p:grpSpPr>
        <p:sp>
          <p:nvSpPr>
            <p:cNvPr id="9" name="Freeform 9"/>
            <p:cNvSpPr/>
            <p:nvPr/>
          </p:nvSpPr>
          <p:spPr>
            <a:xfrm>
              <a:off x="0" y="0"/>
              <a:ext cx="24384000" cy="2298700"/>
            </a:xfrm>
            <a:custGeom>
              <a:avLst/>
              <a:gdLst/>
              <a:ahLst/>
              <a:cxnLst/>
              <a:rect l="l" t="t" r="r" b="b"/>
              <a:pathLst>
                <a:path w="24384000" h="2298700">
                  <a:moveTo>
                    <a:pt x="0" y="0"/>
                  </a:moveTo>
                  <a:lnTo>
                    <a:pt x="24384000" y="0"/>
                  </a:lnTo>
                  <a:lnTo>
                    <a:pt x="24384000" y="2298700"/>
                  </a:lnTo>
                  <a:lnTo>
                    <a:pt x="0" y="2298700"/>
                  </a:lnTo>
                  <a:lnTo>
                    <a:pt x="0" y="0"/>
                  </a:lnTo>
                  <a:close/>
                </a:path>
              </a:pathLst>
            </a:custGeom>
            <a:solidFill>
              <a:srgbClr val="1BACE3"/>
            </a:solidFill>
          </p:spPr>
          <p:txBody>
            <a:bodyPr/>
            <a:lstStyle/>
            <a:p>
              <a:endParaRPr lang="en-US"/>
            </a:p>
          </p:txBody>
        </p:sp>
      </p:grpSp>
      <p:grpSp>
        <p:nvGrpSpPr>
          <p:cNvPr id="10" name="Group 10"/>
          <p:cNvGrpSpPr/>
          <p:nvPr/>
        </p:nvGrpSpPr>
        <p:grpSpPr>
          <a:xfrm>
            <a:off x="6895890" y="0"/>
            <a:ext cx="13986224" cy="9043130"/>
            <a:chOff x="0" y="0"/>
            <a:chExt cx="18648298" cy="12057507"/>
          </a:xfrm>
        </p:grpSpPr>
        <p:sp>
          <p:nvSpPr>
            <p:cNvPr id="11" name="Freeform 11"/>
            <p:cNvSpPr/>
            <p:nvPr/>
          </p:nvSpPr>
          <p:spPr>
            <a:xfrm>
              <a:off x="0" y="0"/>
              <a:ext cx="18648299" cy="12057507"/>
            </a:xfrm>
            <a:custGeom>
              <a:avLst/>
              <a:gdLst/>
              <a:ahLst/>
              <a:cxnLst/>
              <a:rect l="l" t="t" r="r" b="b"/>
              <a:pathLst>
                <a:path w="18648299" h="12057507">
                  <a:moveTo>
                    <a:pt x="15167990" y="0"/>
                  </a:moveTo>
                  <a:lnTo>
                    <a:pt x="3480435" y="0"/>
                  </a:lnTo>
                  <a:lnTo>
                    <a:pt x="0" y="6028817"/>
                  </a:lnTo>
                  <a:lnTo>
                    <a:pt x="3480435" y="12057507"/>
                  </a:lnTo>
                  <a:lnTo>
                    <a:pt x="15167865" y="12057507"/>
                  </a:lnTo>
                  <a:lnTo>
                    <a:pt x="18648299" y="6028690"/>
                  </a:lnTo>
                  <a:lnTo>
                    <a:pt x="15167990" y="0"/>
                  </a:lnTo>
                  <a:close/>
                </a:path>
              </a:pathLst>
            </a:custGeom>
            <a:solidFill>
              <a:srgbClr val="D7ECFD"/>
            </a:solidFill>
          </p:spPr>
          <p:txBody>
            <a:bodyPr/>
            <a:lstStyle/>
            <a:p>
              <a:endParaRPr lang="en-US"/>
            </a:p>
          </p:txBody>
        </p:sp>
      </p:grpSp>
      <p:grpSp>
        <p:nvGrpSpPr>
          <p:cNvPr id="12" name="Group 12"/>
          <p:cNvGrpSpPr/>
          <p:nvPr/>
        </p:nvGrpSpPr>
        <p:grpSpPr>
          <a:xfrm>
            <a:off x="8021940" y="-177890"/>
            <a:ext cx="10541032" cy="9047822"/>
            <a:chOff x="0" y="0"/>
            <a:chExt cx="14054710" cy="12063763"/>
          </a:xfrm>
        </p:grpSpPr>
        <p:sp>
          <p:nvSpPr>
            <p:cNvPr id="13" name="Freeform 13"/>
            <p:cNvSpPr/>
            <p:nvPr/>
          </p:nvSpPr>
          <p:spPr>
            <a:xfrm>
              <a:off x="0" y="0"/>
              <a:ext cx="14054710" cy="12063730"/>
            </a:xfrm>
            <a:custGeom>
              <a:avLst/>
              <a:gdLst/>
              <a:ahLst/>
              <a:cxnLst/>
              <a:rect l="l" t="t" r="r" b="b"/>
              <a:pathLst>
                <a:path w="14054710" h="12063730">
                  <a:moveTo>
                    <a:pt x="10541000" y="0"/>
                  </a:moveTo>
                  <a:lnTo>
                    <a:pt x="3513709" y="0"/>
                  </a:lnTo>
                  <a:lnTo>
                    <a:pt x="0" y="6031992"/>
                  </a:lnTo>
                  <a:lnTo>
                    <a:pt x="3513709" y="12063730"/>
                  </a:lnTo>
                  <a:lnTo>
                    <a:pt x="10541000" y="12063730"/>
                  </a:lnTo>
                  <a:lnTo>
                    <a:pt x="14054710" y="6031738"/>
                  </a:lnTo>
                  <a:close/>
                </a:path>
              </a:pathLst>
            </a:custGeom>
            <a:blipFill>
              <a:blip r:embed="rId4"/>
              <a:stretch>
                <a:fillRect l="-6172" r="-22659"/>
              </a:stretch>
            </a:blipFill>
          </p:spPr>
          <p:txBody>
            <a:bodyPr/>
            <a:lstStyle/>
            <a:p>
              <a:endParaRPr lang="en-US"/>
            </a:p>
          </p:txBody>
        </p:sp>
      </p:grpSp>
      <p:sp>
        <p:nvSpPr>
          <p:cNvPr id="16" name="TextBox 16"/>
          <p:cNvSpPr txBox="1"/>
          <p:nvPr/>
        </p:nvSpPr>
        <p:spPr>
          <a:xfrm>
            <a:off x="1099870" y="3110261"/>
            <a:ext cx="5705011" cy="2531929"/>
          </a:xfrm>
          <a:prstGeom prst="rect">
            <a:avLst/>
          </a:prstGeom>
        </p:spPr>
        <p:txBody>
          <a:bodyPr lIns="0" tIns="0" rIns="0" bIns="0" rtlCol="0" anchor="t"/>
          <a:lstStyle/>
          <a:p>
            <a:pPr algn="l">
              <a:lnSpc>
                <a:spcPts val="23867"/>
              </a:lnSpc>
            </a:pPr>
            <a:r>
              <a:rPr lang="en-US" sz="17048" b="1" spc="1278" dirty="0">
                <a:solidFill>
                  <a:srgbClr val="FFFFFF"/>
                </a:solidFill>
                <a:latin typeface="Noto Sans Bold"/>
                <a:ea typeface="Noto Sans Bold"/>
                <a:cs typeface="Noto Sans Bold"/>
                <a:sym typeface="Noto Sans Bold"/>
              </a:rPr>
              <a:t>PISA</a:t>
            </a:r>
          </a:p>
        </p:txBody>
      </p:sp>
      <p:sp>
        <p:nvSpPr>
          <p:cNvPr id="18" name="Freeform 18"/>
          <p:cNvSpPr/>
          <p:nvPr/>
        </p:nvSpPr>
        <p:spPr>
          <a:xfrm>
            <a:off x="1499031" y="3932047"/>
            <a:ext cx="4346412" cy="2965204"/>
          </a:xfrm>
          <a:custGeom>
            <a:avLst/>
            <a:gdLst/>
            <a:ahLst/>
            <a:cxnLst/>
            <a:rect l="l" t="t" r="r" b="b"/>
            <a:pathLst>
              <a:path w="5795216" h="3953605">
                <a:moveTo>
                  <a:pt x="0" y="0"/>
                </a:moveTo>
                <a:lnTo>
                  <a:pt x="5795216" y="0"/>
                </a:lnTo>
                <a:lnTo>
                  <a:pt x="5795216" y="3953605"/>
                </a:lnTo>
                <a:lnTo>
                  <a:pt x="0" y="3953605"/>
                </a:lnTo>
                <a:close/>
              </a:path>
            </a:pathLst>
          </a:custGeom>
          <a:solidFill>
            <a:srgbClr val="000000">
              <a:alpha val="0"/>
            </a:srgbClr>
          </a:solidFill>
        </p:spPr>
        <p:txBody>
          <a:bodyPr/>
          <a:lstStyle/>
          <a:p>
            <a:endParaRPr lang="en-US"/>
          </a:p>
        </p:txBody>
      </p:sp>
      <p:grpSp>
        <p:nvGrpSpPr>
          <p:cNvPr id="20" name="Group 20"/>
          <p:cNvGrpSpPr/>
          <p:nvPr/>
        </p:nvGrpSpPr>
        <p:grpSpPr>
          <a:xfrm>
            <a:off x="248872" y="6298219"/>
            <a:ext cx="7478868" cy="620839"/>
            <a:chOff x="-58317" y="-261153"/>
            <a:chExt cx="9971823" cy="827785"/>
          </a:xfrm>
        </p:grpSpPr>
        <p:sp>
          <p:nvSpPr>
            <p:cNvPr id="21" name="Freeform 21"/>
            <p:cNvSpPr/>
            <p:nvPr/>
          </p:nvSpPr>
          <p:spPr>
            <a:xfrm>
              <a:off x="0" y="0"/>
              <a:ext cx="9913506" cy="566632"/>
            </a:xfrm>
            <a:custGeom>
              <a:avLst/>
              <a:gdLst/>
              <a:ahLst/>
              <a:cxnLst/>
              <a:rect l="l" t="t" r="r" b="b"/>
              <a:pathLst>
                <a:path w="9913506" h="566632">
                  <a:moveTo>
                    <a:pt x="0" y="0"/>
                  </a:moveTo>
                  <a:lnTo>
                    <a:pt x="9913506" y="0"/>
                  </a:lnTo>
                  <a:lnTo>
                    <a:pt x="9913506" y="566632"/>
                  </a:lnTo>
                  <a:lnTo>
                    <a:pt x="0" y="566632"/>
                  </a:lnTo>
                  <a:close/>
                </a:path>
              </a:pathLst>
            </a:custGeom>
            <a:solidFill>
              <a:srgbClr val="000000">
                <a:alpha val="0"/>
              </a:srgbClr>
            </a:solidFill>
          </p:spPr>
          <p:txBody>
            <a:bodyPr/>
            <a:lstStyle/>
            <a:p>
              <a:endParaRPr lang="en-US"/>
            </a:p>
          </p:txBody>
        </p:sp>
        <p:sp>
          <p:nvSpPr>
            <p:cNvPr id="22" name="TextBox 22"/>
            <p:cNvSpPr txBox="1"/>
            <p:nvPr/>
          </p:nvSpPr>
          <p:spPr>
            <a:xfrm>
              <a:off x="-58317" y="-261153"/>
              <a:ext cx="9913506" cy="614257"/>
            </a:xfrm>
            <a:prstGeom prst="rect">
              <a:avLst/>
            </a:prstGeom>
          </p:spPr>
          <p:txBody>
            <a:bodyPr lIns="0" tIns="0" rIns="0" bIns="0" rtlCol="0" anchor="t"/>
            <a:lstStyle/>
            <a:p>
              <a:pPr algn="l">
                <a:lnSpc>
                  <a:spcPts val="3219"/>
                </a:lnSpc>
              </a:pPr>
              <a:r>
                <a:rPr lang="en-US" sz="2299" b="1" err="1">
                  <a:solidFill>
                    <a:srgbClr val="FFFFFF"/>
                  </a:solidFill>
                  <a:latin typeface="Noto Sans Bold"/>
                  <a:ea typeface="Noto Sans Bold"/>
                  <a:cs typeface="Noto Sans Bold"/>
                  <a:sym typeface="Noto Sans Bold"/>
                </a:rPr>
                <a:t>Programme</a:t>
              </a:r>
              <a:r>
                <a:rPr lang="en-US" sz="2299" b="1">
                  <a:solidFill>
                    <a:srgbClr val="FFFFFF"/>
                  </a:solidFill>
                  <a:latin typeface="Noto Sans Bold"/>
                  <a:ea typeface="Noto Sans Bold"/>
                  <a:cs typeface="Noto Sans Bold"/>
                  <a:sym typeface="Noto Sans Bold"/>
                </a:rPr>
                <a:t> for International Student Assessment</a:t>
              </a:r>
            </a:p>
          </p:txBody>
        </p:sp>
      </p:grpSp>
      <p:grpSp>
        <p:nvGrpSpPr>
          <p:cNvPr id="25" name="Group 25"/>
          <p:cNvGrpSpPr/>
          <p:nvPr/>
        </p:nvGrpSpPr>
        <p:grpSpPr>
          <a:xfrm>
            <a:off x="7848600" y="9715500"/>
            <a:ext cx="2667000" cy="571500"/>
            <a:chOff x="0" y="0"/>
            <a:chExt cx="3556000" cy="762000"/>
          </a:xfrm>
        </p:grpSpPr>
        <p:sp>
          <p:nvSpPr>
            <p:cNvPr id="26" name="Freeform 26"/>
            <p:cNvSpPr/>
            <p:nvPr/>
          </p:nvSpPr>
          <p:spPr>
            <a:xfrm>
              <a:off x="0" y="0"/>
              <a:ext cx="3556000" cy="762000"/>
            </a:xfrm>
            <a:custGeom>
              <a:avLst/>
              <a:gdLst/>
              <a:ahLst/>
              <a:cxnLst/>
              <a:rect l="l" t="t" r="r" b="b"/>
              <a:pathLst>
                <a:path w="3556000" h="762000">
                  <a:moveTo>
                    <a:pt x="0" y="0"/>
                  </a:moveTo>
                  <a:lnTo>
                    <a:pt x="3556000" y="0"/>
                  </a:lnTo>
                  <a:lnTo>
                    <a:pt x="3556000" y="762000"/>
                  </a:lnTo>
                  <a:lnTo>
                    <a:pt x="0" y="762000"/>
                  </a:lnTo>
                  <a:close/>
                </a:path>
              </a:pathLst>
            </a:custGeom>
            <a:solidFill>
              <a:srgbClr val="FFFFFF"/>
            </a:solidFill>
          </p:spPr>
          <p:txBody>
            <a:bodyPr/>
            <a:lstStyle/>
            <a:p>
              <a:endParaRPr lang="en-US"/>
            </a:p>
          </p:txBody>
        </p:sp>
      </p:grpSp>
      <p:grpSp>
        <p:nvGrpSpPr>
          <p:cNvPr id="27" name="Group 27"/>
          <p:cNvGrpSpPr/>
          <p:nvPr/>
        </p:nvGrpSpPr>
        <p:grpSpPr>
          <a:xfrm>
            <a:off x="10399151" y="9037004"/>
            <a:ext cx="6294664" cy="130628"/>
            <a:chOff x="0" y="0"/>
            <a:chExt cx="8392885" cy="174171"/>
          </a:xfrm>
        </p:grpSpPr>
        <p:sp>
          <p:nvSpPr>
            <p:cNvPr id="28" name="Freeform 28"/>
            <p:cNvSpPr/>
            <p:nvPr/>
          </p:nvSpPr>
          <p:spPr>
            <a:xfrm>
              <a:off x="0" y="0"/>
              <a:ext cx="8392922" cy="174117"/>
            </a:xfrm>
            <a:custGeom>
              <a:avLst/>
              <a:gdLst/>
              <a:ahLst/>
              <a:cxnLst/>
              <a:rect l="l" t="t" r="r" b="b"/>
              <a:pathLst>
                <a:path w="8392922" h="174117">
                  <a:moveTo>
                    <a:pt x="0" y="0"/>
                  </a:moveTo>
                  <a:lnTo>
                    <a:pt x="8392922" y="0"/>
                  </a:lnTo>
                  <a:lnTo>
                    <a:pt x="8392922" y="174117"/>
                  </a:lnTo>
                  <a:lnTo>
                    <a:pt x="0" y="174117"/>
                  </a:lnTo>
                  <a:close/>
                </a:path>
              </a:pathLst>
            </a:custGeom>
            <a:solidFill>
              <a:srgbClr val="FFFFFF"/>
            </a:solidFill>
          </p:spPr>
          <p:txBody>
            <a:bodyPr/>
            <a:lstStyle/>
            <a:p>
              <a:endParaRPr lang="en-US"/>
            </a:p>
          </p:txBody>
        </p:sp>
      </p:grpSp>
      <p:grpSp>
        <p:nvGrpSpPr>
          <p:cNvPr id="29" name="Group 29"/>
          <p:cNvGrpSpPr/>
          <p:nvPr/>
        </p:nvGrpSpPr>
        <p:grpSpPr>
          <a:xfrm rot="-5400000">
            <a:off x="14818868" y="6606791"/>
            <a:ext cx="4638423" cy="2720942"/>
            <a:chOff x="0" y="0"/>
            <a:chExt cx="6184565" cy="3627923"/>
          </a:xfrm>
        </p:grpSpPr>
        <p:sp>
          <p:nvSpPr>
            <p:cNvPr id="30" name="Freeform 30"/>
            <p:cNvSpPr/>
            <p:nvPr/>
          </p:nvSpPr>
          <p:spPr>
            <a:xfrm>
              <a:off x="0" y="0"/>
              <a:ext cx="6184519" cy="3627882"/>
            </a:xfrm>
            <a:custGeom>
              <a:avLst/>
              <a:gdLst/>
              <a:ahLst/>
              <a:cxnLst/>
              <a:rect l="l" t="t" r="r" b="b"/>
              <a:pathLst>
                <a:path w="6184519" h="3627882">
                  <a:moveTo>
                    <a:pt x="0" y="3627882"/>
                  </a:moveTo>
                  <a:lnTo>
                    <a:pt x="0" y="0"/>
                  </a:lnTo>
                  <a:lnTo>
                    <a:pt x="6184519" y="3627882"/>
                  </a:lnTo>
                  <a:close/>
                </a:path>
              </a:pathLst>
            </a:custGeom>
            <a:solidFill>
              <a:srgbClr val="1BACE3"/>
            </a:solidFill>
          </p:spPr>
          <p:txBody>
            <a:bodyPr/>
            <a:lstStyle/>
            <a:p>
              <a:endParaRPr lang="en-US"/>
            </a:p>
          </p:txBody>
        </p:sp>
      </p:grpSp>
      <p:pic>
        <p:nvPicPr>
          <p:cNvPr id="1026" name="Picture 2" descr="Picture 18">
            <a:extLst>
              <a:ext uri="{FF2B5EF4-FFF2-40B4-BE49-F238E27FC236}">
                <a16:creationId xmlns:a16="http://schemas.microsoft.com/office/drawing/2014/main" id="{FC47806F-78CD-2763-8D8D-F7F13D72B97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0210" r="30035" b="25574"/>
          <a:stretch/>
        </p:blipFill>
        <p:spPr bwMode="auto">
          <a:xfrm>
            <a:off x="0" y="9142678"/>
            <a:ext cx="3337159" cy="9913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young person sitting on a bench&#10;&#10;AI-generated content may be incorrect.">
            <a:extLst>
              <a:ext uri="{FF2B5EF4-FFF2-40B4-BE49-F238E27FC236}">
                <a16:creationId xmlns:a16="http://schemas.microsoft.com/office/drawing/2014/main" id="{A8D6B442-0BAA-5946-C035-7100D8EBE497}"/>
              </a:ext>
            </a:extLst>
          </p:cNvPr>
          <p:cNvPicPr>
            <a:picLocks noChangeAspect="1"/>
          </p:cNvPicPr>
          <p:nvPr/>
        </p:nvPicPr>
        <p:blipFill>
          <a:blip r:embed="rId2" cstate="print">
            <a:extLst>
              <a:ext uri="{28A0092B-C50C-407E-A947-70E740481C1C}">
                <a14:useLocalDpi xmlns:a14="http://schemas.microsoft.com/office/drawing/2010/main" val="0"/>
              </a:ext>
            </a:extLst>
          </a:blip>
          <a:srcRect l="11814" r="53471"/>
          <a:stretch/>
        </p:blipFill>
        <p:spPr>
          <a:xfrm>
            <a:off x="12771816" y="-47203"/>
            <a:ext cx="5022054" cy="9644800"/>
          </a:xfrm>
          <a:prstGeom prst="rect">
            <a:avLst/>
          </a:prstGeom>
        </p:spPr>
      </p:pic>
      <p:grpSp>
        <p:nvGrpSpPr>
          <p:cNvPr id="2" name="Group 2"/>
          <p:cNvGrpSpPr/>
          <p:nvPr/>
        </p:nvGrpSpPr>
        <p:grpSpPr>
          <a:xfrm>
            <a:off x="8285163" y="10071100"/>
            <a:ext cx="1746250" cy="152400"/>
            <a:chOff x="0" y="0"/>
            <a:chExt cx="2328333" cy="203200"/>
          </a:xfrm>
        </p:grpSpPr>
        <p:sp>
          <p:nvSpPr>
            <p:cNvPr id="3" name="Freeform 3"/>
            <p:cNvSpPr/>
            <p:nvPr/>
          </p:nvSpPr>
          <p:spPr>
            <a:xfrm>
              <a:off x="0" y="0"/>
              <a:ext cx="2328333" cy="203200"/>
            </a:xfrm>
            <a:custGeom>
              <a:avLst/>
              <a:gdLst/>
              <a:ahLst/>
              <a:cxnLst/>
              <a:rect l="l" t="t" r="r" b="b"/>
              <a:pathLst>
                <a:path w="2328333" h="203200">
                  <a:moveTo>
                    <a:pt x="0" y="0"/>
                  </a:moveTo>
                  <a:lnTo>
                    <a:pt x="2328333" y="0"/>
                  </a:lnTo>
                  <a:lnTo>
                    <a:pt x="2328333" y="203200"/>
                  </a:lnTo>
                  <a:lnTo>
                    <a:pt x="0" y="203200"/>
                  </a:lnTo>
                  <a:close/>
                </a:path>
              </a:pathLst>
            </a:custGeom>
            <a:solidFill>
              <a:srgbClr val="000000">
                <a:alpha val="0"/>
              </a:srgbClr>
            </a:solidFill>
          </p:spPr>
          <p:txBody>
            <a:bodyPr/>
            <a:lstStyle/>
            <a:p>
              <a:endParaRPr lang="en-US"/>
            </a:p>
          </p:txBody>
        </p:sp>
        <p:sp>
          <p:nvSpPr>
            <p:cNvPr id="4" name="TextBox 4"/>
            <p:cNvSpPr txBox="1"/>
            <p:nvPr/>
          </p:nvSpPr>
          <p:spPr>
            <a:xfrm>
              <a:off x="0" y="-28575"/>
              <a:ext cx="2328333" cy="231775"/>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5" name="Group 5"/>
          <p:cNvGrpSpPr/>
          <p:nvPr/>
        </p:nvGrpSpPr>
        <p:grpSpPr>
          <a:xfrm>
            <a:off x="719748" y="2610865"/>
            <a:ext cx="11506200" cy="5733035"/>
            <a:chOff x="0" y="0"/>
            <a:chExt cx="15341600" cy="8485449"/>
          </a:xfrm>
        </p:grpSpPr>
        <p:sp>
          <p:nvSpPr>
            <p:cNvPr id="6" name="Freeform 6"/>
            <p:cNvSpPr/>
            <p:nvPr/>
          </p:nvSpPr>
          <p:spPr>
            <a:xfrm>
              <a:off x="0" y="0"/>
              <a:ext cx="15341600" cy="8485449"/>
            </a:xfrm>
            <a:custGeom>
              <a:avLst/>
              <a:gdLst/>
              <a:ahLst/>
              <a:cxnLst/>
              <a:rect l="l" t="t" r="r" b="b"/>
              <a:pathLst>
                <a:path w="15341600" h="8485449">
                  <a:moveTo>
                    <a:pt x="0" y="0"/>
                  </a:moveTo>
                  <a:lnTo>
                    <a:pt x="15341600" y="0"/>
                  </a:lnTo>
                  <a:lnTo>
                    <a:pt x="15341600" y="8485449"/>
                  </a:lnTo>
                  <a:lnTo>
                    <a:pt x="0" y="8485449"/>
                  </a:lnTo>
                  <a:close/>
                </a:path>
              </a:pathLst>
            </a:custGeom>
            <a:solidFill>
              <a:srgbClr val="000000">
                <a:alpha val="0"/>
              </a:srgbClr>
            </a:solidFill>
          </p:spPr>
          <p:txBody>
            <a:bodyPr/>
            <a:lstStyle/>
            <a:p>
              <a:endParaRPr lang="en-US"/>
            </a:p>
          </p:txBody>
        </p:sp>
        <p:sp>
          <p:nvSpPr>
            <p:cNvPr id="7" name="TextBox 7"/>
            <p:cNvSpPr txBox="1"/>
            <p:nvPr/>
          </p:nvSpPr>
          <p:spPr>
            <a:xfrm>
              <a:off x="0" y="0"/>
              <a:ext cx="15341600" cy="7136048"/>
            </a:xfrm>
            <a:prstGeom prst="rect">
              <a:avLst/>
            </a:prstGeom>
          </p:spPr>
          <p:txBody>
            <a:bodyPr lIns="0" tIns="0" rIns="0" bIns="0" rtlCol="0" anchor="t"/>
            <a:lstStyle/>
            <a:p>
              <a:pPr>
                <a:lnSpc>
                  <a:spcPts val="2999"/>
                </a:lnSpc>
              </a:pPr>
              <a:r>
                <a:rPr lang="en-US" sz="2400">
                  <a:solidFill>
                    <a:srgbClr val="000000"/>
                  </a:solidFill>
                  <a:latin typeface="Noto Sans"/>
                  <a:ea typeface="Noto Sans"/>
                  <a:cs typeface="Noto Sans"/>
                  <a:sym typeface="Noto Sans Bold"/>
                </a:rPr>
                <a:t>Conducted by the </a:t>
              </a:r>
              <a:r>
                <a:rPr lang="en-US" sz="2400" b="1" err="1">
                  <a:solidFill>
                    <a:srgbClr val="000000"/>
                  </a:solidFill>
                  <a:latin typeface="Noto Sans Bold"/>
                  <a:ea typeface="Noto Sans Bold"/>
                  <a:cs typeface="Noto Sans Bold"/>
                  <a:sym typeface="Noto Sans Bold"/>
                </a:rPr>
                <a:t>Organisation</a:t>
              </a:r>
              <a:r>
                <a:rPr lang="en-US" sz="2400" b="1">
                  <a:solidFill>
                    <a:srgbClr val="000000"/>
                  </a:solidFill>
                  <a:latin typeface="Noto Sans Bold"/>
                  <a:ea typeface="Noto Sans Bold"/>
                  <a:cs typeface="Noto Sans Bold"/>
                  <a:sym typeface="Noto Sans Bold"/>
                </a:rPr>
                <a:t> for Economic Co-operation and Development (OECD)</a:t>
              </a:r>
              <a:r>
                <a:rPr lang="en-US" sz="2400">
                  <a:solidFill>
                    <a:srgbClr val="000000"/>
                  </a:solidFill>
                  <a:latin typeface="Noto Sans"/>
                  <a:ea typeface="Noto Sans"/>
                  <a:cs typeface="Noto Sans"/>
                  <a:sym typeface="Noto Sans Bold"/>
                </a:rPr>
                <a:t>, the </a:t>
              </a:r>
              <a:r>
                <a:rPr lang="en-US" sz="2450" b="1" err="1">
                  <a:solidFill>
                    <a:srgbClr val="262964"/>
                  </a:solidFill>
                  <a:latin typeface="Noto Sans Bold"/>
                  <a:ea typeface="Noto Sans Bold"/>
                  <a:cs typeface="Noto Sans Bold"/>
                  <a:sym typeface="Noto Sans Bold"/>
                </a:rPr>
                <a:t>Programme</a:t>
              </a:r>
              <a:r>
                <a:rPr lang="en-US" sz="2450" b="1">
                  <a:solidFill>
                    <a:srgbClr val="262964"/>
                  </a:solidFill>
                  <a:latin typeface="Noto Sans Bold"/>
                  <a:ea typeface="Noto Sans Bold"/>
                  <a:cs typeface="Noto Sans Bold"/>
                  <a:sym typeface="Noto Sans Bold"/>
                </a:rPr>
                <a:t> for International Student Assessment </a:t>
              </a:r>
              <a:r>
                <a:rPr lang="en-US" sz="2450">
                  <a:solidFill>
                    <a:srgbClr val="000000"/>
                  </a:solidFill>
                  <a:latin typeface="Noto Sans"/>
                  <a:ea typeface="Noto Sans"/>
                  <a:cs typeface="Noto Sans"/>
                  <a:sym typeface="Noto Sans"/>
                </a:rPr>
                <a:t>(PISA) is the largest international comparative education </a:t>
              </a:r>
              <a:r>
                <a:rPr lang="en-US" sz="2450" err="1">
                  <a:solidFill>
                    <a:srgbClr val="000000"/>
                  </a:solidFill>
                  <a:latin typeface="Noto Sans"/>
                  <a:ea typeface="Noto Sans"/>
                  <a:cs typeface="Noto Sans"/>
                  <a:sym typeface="Noto Sans"/>
                </a:rPr>
                <a:t>programme</a:t>
              </a:r>
              <a:r>
                <a:rPr lang="en-US" sz="2450">
                  <a:solidFill>
                    <a:srgbClr val="000000"/>
                  </a:solidFill>
                  <a:latin typeface="Noto Sans"/>
                  <a:ea typeface="Noto Sans"/>
                  <a:cs typeface="Noto Sans"/>
                  <a:sym typeface="Noto Sans"/>
                </a:rPr>
                <a:t> in the world. Since PISA began in </a:t>
              </a:r>
              <a:r>
                <a:rPr lang="en-US" sz="2450" b="1">
                  <a:solidFill>
                    <a:srgbClr val="000000"/>
                  </a:solidFill>
                  <a:latin typeface="Noto Sans Bold"/>
                  <a:ea typeface="Noto Sans Bold"/>
                  <a:cs typeface="Noto Sans Bold"/>
                  <a:sym typeface="Noto Sans Bold"/>
                </a:rPr>
                <a:t>2000</a:t>
              </a:r>
              <a:r>
                <a:rPr lang="en-US" sz="2450">
                  <a:solidFill>
                    <a:srgbClr val="000000"/>
                  </a:solidFill>
                  <a:latin typeface="Noto Sans"/>
                  <a:ea typeface="Noto Sans"/>
                  <a:cs typeface="Noto Sans"/>
                  <a:sym typeface="Noto Sans"/>
                </a:rPr>
                <a:t>, more than </a:t>
              </a:r>
              <a:r>
                <a:rPr lang="en-US" sz="2450" b="1">
                  <a:solidFill>
                    <a:srgbClr val="000000"/>
                  </a:solidFill>
                  <a:latin typeface="Noto Sans Bold"/>
                  <a:ea typeface="Noto Sans Bold"/>
                  <a:cs typeface="Noto Sans Bold"/>
                  <a:sym typeface="Noto Sans Bold"/>
                </a:rPr>
                <a:t>100 countries and economies</a:t>
              </a:r>
              <a:r>
                <a:rPr lang="en-US" sz="2450">
                  <a:solidFill>
                    <a:srgbClr val="000000"/>
                  </a:solidFill>
                  <a:latin typeface="Noto Sans"/>
                  <a:ea typeface="Noto Sans"/>
                  <a:cs typeface="Noto Sans"/>
                  <a:sym typeface="Noto Sans"/>
                </a:rPr>
                <a:t> have participated in the </a:t>
              </a:r>
              <a:r>
                <a:rPr lang="en-US" sz="2450" err="1">
                  <a:solidFill>
                    <a:srgbClr val="000000"/>
                  </a:solidFill>
                  <a:latin typeface="Noto Sans"/>
                  <a:ea typeface="Noto Sans"/>
                  <a:cs typeface="Noto Sans"/>
                  <a:sym typeface="Noto Sans"/>
                </a:rPr>
                <a:t>programme</a:t>
              </a:r>
              <a:r>
                <a:rPr lang="en-US" sz="2450">
                  <a:solidFill>
                    <a:srgbClr val="000000"/>
                  </a:solidFill>
                  <a:latin typeface="Noto Sans"/>
                  <a:ea typeface="Noto Sans"/>
                  <a:cs typeface="Noto Sans"/>
                  <a:sym typeface="Noto Sans"/>
                </a:rPr>
                <a:t>, including 50 middle-income countries.</a:t>
              </a:r>
            </a:p>
            <a:p>
              <a:pPr algn="l">
                <a:lnSpc>
                  <a:spcPts val="2999"/>
                </a:lnSpc>
              </a:pPr>
              <a:endParaRPr lang="en-US" sz="2499">
                <a:solidFill>
                  <a:srgbClr val="000000"/>
                </a:solidFill>
                <a:latin typeface="Noto Sans"/>
                <a:ea typeface="Noto Sans"/>
                <a:cs typeface="Noto Sans"/>
                <a:sym typeface="Noto Sans"/>
              </a:endParaRPr>
            </a:p>
            <a:p>
              <a:pPr>
                <a:lnSpc>
                  <a:spcPts val="2999"/>
                </a:lnSpc>
              </a:pPr>
              <a:r>
                <a:rPr lang="en-US" sz="2450">
                  <a:solidFill>
                    <a:srgbClr val="000000"/>
                  </a:solidFill>
                  <a:latin typeface="Noto Sans"/>
                  <a:ea typeface="Noto Sans"/>
                  <a:cs typeface="Noto Sans"/>
                  <a:sym typeface="Noto Sans"/>
                </a:rPr>
                <a:t>Through participation in PISA, countries become part of a global community. PISA is also one of the</a:t>
              </a:r>
              <a:r>
                <a:rPr lang="en-US" sz="2450" b="1">
                  <a:solidFill>
                    <a:srgbClr val="000000"/>
                  </a:solidFill>
                  <a:latin typeface="Noto Sans Bold"/>
                  <a:ea typeface="Noto Sans Bold"/>
                  <a:cs typeface="Noto Sans Bold"/>
                  <a:sym typeface="Noto Sans Bold"/>
                </a:rPr>
                <a:t> primary sources of data for the United Nations </a:t>
              </a:r>
              <a:r>
                <a:rPr lang="en-US" sz="2450">
                  <a:solidFill>
                    <a:srgbClr val="000000"/>
                  </a:solidFill>
                  <a:latin typeface="Noto Sans"/>
                  <a:ea typeface="Noto Sans"/>
                  <a:cs typeface="Noto Sans"/>
                  <a:sym typeface="Noto Sans"/>
                </a:rPr>
                <a:t>and its member states in monitoring progress towards the achievement of the Education Sustainable Development Goal by 2030.</a:t>
              </a:r>
              <a:endParaRPr lang="en-US" sz="2450">
                <a:solidFill>
                  <a:srgbClr val="000000"/>
                </a:solidFill>
                <a:latin typeface="Noto Sans"/>
                <a:ea typeface="Noto Sans"/>
                <a:cs typeface="Noto Sans"/>
              </a:endParaRPr>
            </a:p>
            <a:p>
              <a:pPr algn="l">
                <a:lnSpc>
                  <a:spcPts val="2999"/>
                </a:lnSpc>
              </a:pPr>
              <a:endParaRPr lang="en-US" sz="2499">
                <a:solidFill>
                  <a:srgbClr val="000000"/>
                </a:solidFill>
                <a:latin typeface="Noto Sans"/>
                <a:ea typeface="Noto Sans"/>
                <a:cs typeface="Noto Sans"/>
                <a:sym typeface="Noto Sans"/>
              </a:endParaRPr>
            </a:p>
            <a:p>
              <a:pPr algn="l">
                <a:lnSpc>
                  <a:spcPts val="2999"/>
                </a:lnSpc>
              </a:pPr>
              <a:r>
                <a:rPr lang="en-US" sz="2450" b="1">
                  <a:solidFill>
                    <a:srgbClr val="262964"/>
                  </a:solidFill>
                  <a:latin typeface="Noto Sans Bold"/>
                  <a:ea typeface="Noto Sans Bold"/>
                  <a:cs typeface="Noto Sans Bold"/>
                  <a:sym typeface="Noto Sans Bold"/>
                </a:rPr>
                <a:t>PISA 2029</a:t>
              </a:r>
              <a:r>
                <a:rPr lang="en-US" sz="2450" b="1">
                  <a:solidFill>
                    <a:srgbClr val="207C85"/>
                  </a:solidFill>
                  <a:latin typeface="Noto Sans Bold"/>
                  <a:ea typeface="Noto Sans Bold"/>
                  <a:cs typeface="Noto Sans Bold"/>
                  <a:sym typeface="Noto Sans Bold"/>
                </a:rPr>
                <a:t> </a:t>
              </a:r>
              <a:r>
                <a:rPr lang="en-US" sz="2450">
                  <a:solidFill>
                    <a:srgbClr val="000000"/>
                  </a:solidFill>
                  <a:latin typeface="Noto Sans"/>
                  <a:ea typeface="Noto Sans"/>
                  <a:cs typeface="Noto Sans"/>
                  <a:sym typeface="Noto Sans"/>
                </a:rPr>
                <a:t>will be the </a:t>
              </a:r>
              <a:r>
                <a:rPr lang="en-US" sz="2450" b="1">
                  <a:solidFill>
                    <a:srgbClr val="000000"/>
                  </a:solidFill>
                  <a:latin typeface="Noto Sans Bold"/>
                  <a:ea typeface="Noto Sans Bold"/>
                  <a:cs typeface="Noto Sans Bold"/>
                  <a:sym typeface="Noto Sans Bold"/>
                </a:rPr>
                <a:t>10th edition </a:t>
              </a:r>
              <a:r>
                <a:rPr lang="en-US" sz="2450">
                  <a:solidFill>
                    <a:srgbClr val="000000"/>
                  </a:solidFill>
                  <a:latin typeface="Noto Sans"/>
                  <a:ea typeface="Noto Sans"/>
                  <a:cs typeface="Noto Sans"/>
                  <a:sym typeface="Noto Sans"/>
                </a:rPr>
                <a:t>of PISA. </a:t>
              </a:r>
              <a:endParaRPr lang="en-US" sz="2450">
                <a:solidFill>
                  <a:srgbClr val="000000"/>
                </a:solidFill>
                <a:latin typeface="Noto Sans"/>
                <a:ea typeface="Noto Sans"/>
                <a:cs typeface="Noto Sans"/>
              </a:endParaRPr>
            </a:p>
            <a:p>
              <a:pPr algn="l">
                <a:lnSpc>
                  <a:spcPts val="2999"/>
                </a:lnSpc>
              </a:pPr>
              <a:endParaRPr lang="en-US" sz="2499">
                <a:solidFill>
                  <a:srgbClr val="000000"/>
                </a:solidFill>
                <a:latin typeface="Noto Sans"/>
                <a:ea typeface="Noto Sans"/>
                <a:cs typeface="Noto Sans"/>
                <a:sym typeface="Noto Sans"/>
              </a:endParaRPr>
            </a:p>
            <a:p>
              <a:pPr algn="l">
                <a:lnSpc>
                  <a:spcPts val="2999"/>
                </a:lnSpc>
              </a:pPr>
              <a:endParaRPr lang="en-US" sz="2499">
                <a:solidFill>
                  <a:srgbClr val="000000"/>
                </a:solidFill>
                <a:latin typeface="Noto Sans"/>
                <a:ea typeface="Noto Sans"/>
                <a:cs typeface="Noto Sans"/>
                <a:sym typeface="Noto Sans"/>
              </a:endParaRPr>
            </a:p>
          </p:txBody>
        </p:sp>
      </p:grpSp>
      <p:grpSp>
        <p:nvGrpSpPr>
          <p:cNvPr id="8" name="Group 8"/>
          <p:cNvGrpSpPr/>
          <p:nvPr/>
        </p:nvGrpSpPr>
        <p:grpSpPr>
          <a:xfrm>
            <a:off x="761999" y="763867"/>
            <a:ext cx="8347312" cy="1545597"/>
            <a:chOff x="0" y="0"/>
            <a:chExt cx="11129749" cy="2060796"/>
          </a:xfrm>
        </p:grpSpPr>
        <p:sp>
          <p:nvSpPr>
            <p:cNvPr id="9" name="Freeform 9"/>
            <p:cNvSpPr/>
            <p:nvPr/>
          </p:nvSpPr>
          <p:spPr>
            <a:xfrm>
              <a:off x="0" y="0"/>
              <a:ext cx="11129749" cy="2060796"/>
            </a:xfrm>
            <a:custGeom>
              <a:avLst/>
              <a:gdLst/>
              <a:ahLst/>
              <a:cxnLst/>
              <a:rect l="l" t="t" r="r" b="b"/>
              <a:pathLst>
                <a:path w="11129749" h="2060796">
                  <a:moveTo>
                    <a:pt x="0" y="0"/>
                  </a:moveTo>
                  <a:lnTo>
                    <a:pt x="11129749" y="0"/>
                  </a:lnTo>
                  <a:lnTo>
                    <a:pt x="11129749" y="2060796"/>
                  </a:lnTo>
                  <a:lnTo>
                    <a:pt x="0" y="2060796"/>
                  </a:lnTo>
                  <a:close/>
                </a:path>
              </a:pathLst>
            </a:custGeom>
            <a:solidFill>
              <a:srgbClr val="262964">
                <a:alpha val="0"/>
              </a:srgbClr>
            </a:solidFill>
          </p:spPr>
          <p:txBody>
            <a:bodyPr/>
            <a:lstStyle/>
            <a:p>
              <a:endParaRPr lang="en-US"/>
            </a:p>
          </p:txBody>
        </p:sp>
        <p:sp>
          <p:nvSpPr>
            <p:cNvPr id="10" name="TextBox 10"/>
            <p:cNvSpPr txBox="1"/>
            <p:nvPr/>
          </p:nvSpPr>
          <p:spPr>
            <a:xfrm>
              <a:off x="0" y="-152400"/>
              <a:ext cx="11129749" cy="2213196"/>
            </a:xfrm>
            <a:prstGeom prst="rect">
              <a:avLst/>
            </a:prstGeom>
          </p:spPr>
          <p:txBody>
            <a:bodyPr lIns="0" tIns="0" rIns="0" bIns="0" rtlCol="0" anchor="t"/>
            <a:lstStyle/>
            <a:p>
              <a:pPr algn="l">
                <a:lnSpc>
                  <a:spcPts val="10921"/>
                </a:lnSpc>
              </a:pPr>
              <a:r>
                <a:rPr lang="en-US" sz="7798" b="1">
                  <a:solidFill>
                    <a:srgbClr val="262964"/>
                  </a:solidFill>
                  <a:latin typeface="Noto Sans Bold"/>
                  <a:ea typeface="Noto Sans Bold"/>
                  <a:cs typeface="Noto Sans Bold"/>
                  <a:sym typeface="Noto Sans Bold"/>
                </a:rPr>
                <a:t>What is PISA?</a:t>
              </a:r>
            </a:p>
          </p:txBody>
        </p:sp>
      </p:grpSp>
      <p:grpSp>
        <p:nvGrpSpPr>
          <p:cNvPr id="13" name="Group 13"/>
          <p:cNvGrpSpPr/>
          <p:nvPr/>
        </p:nvGrpSpPr>
        <p:grpSpPr>
          <a:xfrm>
            <a:off x="17568251" y="-16423"/>
            <a:ext cx="952224" cy="10313914"/>
            <a:chOff x="0" y="0"/>
            <a:chExt cx="959994" cy="13751886"/>
          </a:xfrm>
        </p:grpSpPr>
        <p:sp>
          <p:nvSpPr>
            <p:cNvPr id="14" name="Freeform 14"/>
            <p:cNvSpPr/>
            <p:nvPr/>
          </p:nvSpPr>
          <p:spPr>
            <a:xfrm>
              <a:off x="0" y="0"/>
              <a:ext cx="959993" cy="13751940"/>
            </a:xfrm>
            <a:custGeom>
              <a:avLst/>
              <a:gdLst/>
              <a:ahLst/>
              <a:cxnLst/>
              <a:rect l="l" t="t" r="r" b="b"/>
              <a:pathLst>
                <a:path w="959993" h="13751940">
                  <a:moveTo>
                    <a:pt x="0" y="0"/>
                  </a:moveTo>
                  <a:lnTo>
                    <a:pt x="959993" y="0"/>
                  </a:lnTo>
                  <a:lnTo>
                    <a:pt x="959993" y="13751940"/>
                  </a:lnTo>
                  <a:lnTo>
                    <a:pt x="0" y="13751940"/>
                  </a:lnTo>
                  <a:close/>
                </a:path>
              </a:pathLst>
            </a:custGeom>
            <a:solidFill>
              <a:srgbClr val="1BACE3"/>
            </a:solidFill>
          </p:spPr>
          <p:txBody>
            <a:bodyPr/>
            <a:lstStyle/>
            <a:p>
              <a:endParaRPr lang="en-US"/>
            </a:p>
          </p:txBody>
        </p:sp>
      </p:grpSp>
      <p:grpSp>
        <p:nvGrpSpPr>
          <p:cNvPr id="15" name="Group 15"/>
          <p:cNvGrpSpPr/>
          <p:nvPr/>
        </p:nvGrpSpPr>
        <p:grpSpPr>
          <a:xfrm rot="-5400000">
            <a:off x="8263888" y="1163468"/>
            <a:ext cx="890351" cy="17718376"/>
            <a:chOff x="0" y="0"/>
            <a:chExt cx="959994" cy="23424335"/>
          </a:xfrm>
        </p:grpSpPr>
        <p:sp>
          <p:nvSpPr>
            <p:cNvPr id="16" name="Freeform 16"/>
            <p:cNvSpPr/>
            <p:nvPr/>
          </p:nvSpPr>
          <p:spPr>
            <a:xfrm>
              <a:off x="0" y="0"/>
              <a:ext cx="959993" cy="23424387"/>
            </a:xfrm>
            <a:custGeom>
              <a:avLst/>
              <a:gdLst/>
              <a:ahLst/>
              <a:cxnLst/>
              <a:rect l="l" t="t" r="r" b="b"/>
              <a:pathLst>
                <a:path w="959993" h="23424387">
                  <a:moveTo>
                    <a:pt x="0" y="0"/>
                  </a:moveTo>
                  <a:lnTo>
                    <a:pt x="959993" y="0"/>
                  </a:lnTo>
                  <a:lnTo>
                    <a:pt x="959993" y="23424387"/>
                  </a:lnTo>
                  <a:lnTo>
                    <a:pt x="0" y="23424387"/>
                  </a:lnTo>
                  <a:close/>
                </a:path>
              </a:pathLst>
            </a:custGeom>
            <a:solidFill>
              <a:srgbClr val="1BACE3"/>
            </a:solidFill>
          </p:spPr>
          <p:txBody>
            <a:bodyPr/>
            <a:lstStyle/>
            <a:p>
              <a:endParaRPr lang="en-US"/>
            </a:p>
          </p:txBody>
        </p:sp>
      </p:grpSp>
      <p:sp>
        <p:nvSpPr>
          <p:cNvPr id="20" name="TextBox 19">
            <a:extLst>
              <a:ext uri="{FF2B5EF4-FFF2-40B4-BE49-F238E27FC236}">
                <a16:creationId xmlns:a16="http://schemas.microsoft.com/office/drawing/2014/main" id="{837A661A-5B5F-9E2B-B91D-18DAC1754425}"/>
              </a:ext>
            </a:extLst>
          </p:cNvPr>
          <p:cNvSpPr txBox="1"/>
          <p:nvPr/>
        </p:nvSpPr>
        <p:spPr>
          <a:xfrm>
            <a:off x="15842240" y="9530233"/>
            <a:ext cx="1951630" cy="400110"/>
          </a:xfrm>
          <a:custGeom>
            <a:avLst/>
            <a:gdLst>
              <a:gd name="connsiteX0" fmla="*/ 0 w 9144000"/>
              <a:gd name="connsiteY0" fmla="*/ 0 h 400110"/>
              <a:gd name="connsiteX1" fmla="*/ 9144000 w 9144000"/>
              <a:gd name="connsiteY1" fmla="*/ 0 h 400110"/>
              <a:gd name="connsiteX2" fmla="*/ 9144000 w 9144000"/>
              <a:gd name="connsiteY2" fmla="*/ 400110 h 400110"/>
              <a:gd name="connsiteX3" fmla="*/ 0 w 9144000"/>
              <a:gd name="connsiteY3" fmla="*/ 400110 h 400110"/>
              <a:gd name="connsiteX4" fmla="*/ 0 w 9144000"/>
              <a:gd name="connsiteY4" fmla="*/ 0 h 400110"/>
              <a:gd name="connsiteX0" fmla="*/ 0 w 9144000"/>
              <a:gd name="connsiteY0" fmla="*/ 0 h 400110"/>
              <a:gd name="connsiteX1" fmla="*/ 2606722 w 9144000"/>
              <a:gd name="connsiteY1" fmla="*/ 13648 h 400110"/>
              <a:gd name="connsiteX2" fmla="*/ 9144000 w 9144000"/>
              <a:gd name="connsiteY2" fmla="*/ 400110 h 400110"/>
              <a:gd name="connsiteX3" fmla="*/ 0 w 9144000"/>
              <a:gd name="connsiteY3" fmla="*/ 400110 h 400110"/>
              <a:gd name="connsiteX4" fmla="*/ 0 w 9144000"/>
              <a:gd name="connsiteY4" fmla="*/ 0 h 400110"/>
              <a:gd name="connsiteX0" fmla="*/ 0 w 2634018"/>
              <a:gd name="connsiteY0" fmla="*/ 0 h 413757"/>
              <a:gd name="connsiteX1" fmla="*/ 2606722 w 2634018"/>
              <a:gd name="connsiteY1" fmla="*/ 13648 h 413757"/>
              <a:gd name="connsiteX2" fmla="*/ 2634018 w 2634018"/>
              <a:gd name="connsiteY2" fmla="*/ 413757 h 413757"/>
              <a:gd name="connsiteX3" fmla="*/ 0 w 2634018"/>
              <a:gd name="connsiteY3" fmla="*/ 400110 h 413757"/>
              <a:gd name="connsiteX4" fmla="*/ 0 w 2634018"/>
              <a:gd name="connsiteY4" fmla="*/ 0 h 413757"/>
              <a:gd name="connsiteX0" fmla="*/ 0 w 2634018"/>
              <a:gd name="connsiteY0" fmla="*/ 13648 h 427405"/>
              <a:gd name="connsiteX1" fmla="*/ 1883391 w 2634018"/>
              <a:gd name="connsiteY1" fmla="*/ 0 h 427405"/>
              <a:gd name="connsiteX2" fmla="*/ 2634018 w 2634018"/>
              <a:gd name="connsiteY2" fmla="*/ 427405 h 427405"/>
              <a:gd name="connsiteX3" fmla="*/ 0 w 2634018"/>
              <a:gd name="connsiteY3" fmla="*/ 413758 h 427405"/>
              <a:gd name="connsiteX4" fmla="*/ 0 w 2634018"/>
              <a:gd name="connsiteY4" fmla="*/ 13648 h 427405"/>
              <a:gd name="connsiteX0" fmla="*/ 0 w 1951630"/>
              <a:gd name="connsiteY0" fmla="*/ 13648 h 441052"/>
              <a:gd name="connsiteX1" fmla="*/ 1883391 w 1951630"/>
              <a:gd name="connsiteY1" fmla="*/ 0 h 441052"/>
              <a:gd name="connsiteX2" fmla="*/ 1951630 w 1951630"/>
              <a:gd name="connsiteY2" fmla="*/ 441052 h 441052"/>
              <a:gd name="connsiteX3" fmla="*/ 0 w 1951630"/>
              <a:gd name="connsiteY3" fmla="*/ 413758 h 441052"/>
              <a:gd name="connsiteX4" fmla="*/ 0 w 1951630"/>
              <a:gd name="connsiteY4" fmla="*/ 13648 h 44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1630" h="441052">
                <a:moveTo>
                  <a:pt x="0" y="13648"/>
                </a:moveTo>
                <a:lnTo>
                  <a:pt x="1883391" y="0"/>
                </a:lnTo>
                <a:lnTo>
                  <a:pt x="1951630" y="441052"/>
                </a:lnTo>
                <a:lnTo>
                  <a:pt x="0" y="413758"/>
                </a:lnTo>
                <a:lnTo>
                  <a:pt x="0" y="13648"/>
                </a:lnTo>
                <a:close/>
              </a:path>
            </a:pathLst>
          </a:custGeom>
          <a:noFill/>
        </p:spPr>
        <p:txBody>
          <a:bodyPr wrap="square">
            <a:spAutoFit/>
          </a:bodyPr>
          <a:lstStyle/>
          <a:p>
            <a:r>
              <a:rPr lang="en-US" sz="2000" b="0" i="0">
                <a:effectLst/>
                <a:latin typeface="Noto Sans" panose="020B0502040504020204" pitchFamily="34" charset="0"/>
                <a:ea typeface="Noto Sans" panose="020B0502040504020204" pitchFamily="34" charset="0"/>
                <a:cs typeface="Noto Sans" panose="020B0502040504020204" pitchFamily="34" charset="0"/>
              </a:rPr>
              <a:t>© OECD 2025</a:t>
            </a:r>
            <a:endParaRPr lang="en-US" sz="200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85163" y="10071100"/>
            <a:ext cx="1746250" cy="152400"/>
            <a:chOff x="0" y="0"/>
            <a:chExt cx="2328333" cy="203200"/>
          </a:xfrm>
        </p:grpSpPr>
        <p:sp>
          <p:nvSpPr>
            <p:cNvPr id="3" name="Freeform 3"/>
            <p:cNvSpPr/>
            <p:nvPr/>
          </p:nvSpPr>
          <p:spPr>
            <a:xfrm>
              <a:off x="0" y="0"/>
              <a:ext cx="2328333" cy="203200"/>
            </a:xfrm>
            <a:custGeom>
              <a:avLst/>
              <a:gdLst/>
              <a:ahLst/>
              <a:cxnLst/>
              <a:rect l="l" t="t" r="r" b="b"/>
              <a:pathLst>
                <a:path w="2328333" h="203200">
                  <a:moveTo>
                    <a:pt x="0" y="0"/>
                  </a:moveTo>
                  <a:lnTo>
                    <a:pt x="2328333" y="0"/>
                  </a:lnTo>
                  <a:lnTo>
                    <a:pt x="2328333" y="203200"/>
                  </a:lnTo>
                  <a:lnTo>
                    <a:pt x="0" y="203200"/>
                  </a:lnTo>
                  <a:close/>
                </a:path>
              </a:pathLst>
            </a:custGeom>
            <a:solidFill>
              <a:srgbClr val="000000">
                <a:alpha val="0"/>
              </a:srgbClr>
            </a:solidFill>
          </p:spPr>
          <p:txBody>
            <a:bodyPr/>
            <a:lstStyle/>
            <a:p>
              <a:endParaRPr lang="en-US"/>
            </a:p>
          </p:txBody>
        </p:sp>
        <p:sp>
          <p:nvSpPr>
            <p:cNvPr id="4" name="TextBox 4"/>
            <p:cNvSpPr txBox="1"/>
            <p:nvPr/>
          </p:nvSpPr>
          <p:spPr>
            <a:xfrm>
              <a:off x="0" y="-28575"/>
              <a:ext cx="2328333" cy="231775"/>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5" name="Group 5"/>
          <p:cNvGrpSpPr/>
          <p:nvPr/>
        </p:nvGrpSpPr>
        <p:grpSpPr>
          <a:xfrm>
            <a:off x="667666" y="-259307"/>
            <a:ext cx="3928758" cy="10493614"/>
            <a:chOff x="0" y="0"/>
            <a:chExt cx="5238344" cy="13671760"/>
          </a:xfrm>
        </p:grpSpPr>
        <p:sp>
          <p:nvSpPr>
            <p:cNvPr id="6" name="Freeform 6"/>
            <p:cNvSpPr/>
            <p:nvPr/>
          </p:nvSpPr>
          <p:spPr>
            <a:xfrm>
              <a:off x="0" y="0"/>
              <a:ext cx="5238369" cy="13671804"/>
            </a:xfrm>
            <a:custGeom>
              <a:avLst/>
              <a:gdLst/>
              <a:ahLst/>
              <a:cxnLst/>
              <a:rect l="l" t="t" r="r" b="b"/>
              <a:pathLst>
                <a:path w="5238369" h="13671804">
                  <a:moveTo>
                    <a:pt x="0" y="0"/>
                  </a:moveTo>
                  <a:lnTo>
                    <a:pt x="5238369" y="0"/>
                  </a:lnTo>
                  <a:lnTo>
                    <a:pt x="5238369" y="13671804"/>
                  </a:lnTo>
                  <a:lnTo>
                    <a:pt x="0" y="13671804"/>
                  </a:lnTo>
                  <a:close/>
                </a:path>
              </a:pathLst>
            </a:custGeom>
            <a:solidFill>
              <a:srgbClr val="D7ECFD"/>
            </a:solidFill>
          </p:spPr>
          <p:txBody>
            <a:bodyPr/>
            <a:lstStyle/>
            <a:p>
              <a:endParaRPr lang="en-US"/>
            </a:p>
          </p:txBody>
        </p:sp>
      </p:grpSp>
      <p:grpSp>
        <p:nvGrpSpPr>
          <p:cNvPr id="7" name="Group 7"/>
          <p:cNvGrpSpPr/>
          <p:nvPr/>
        </p:nvGrpSpPr>
        <p:grpSpPr>
          <a:xfrm>
            <a:off x="-157722" y="-242744"/>
            <a:ext cx="859386" cy="10493648"/>
            <a:chOff x="0" y="0"/>
            <a:chExt cx="959994" cy="13716019"/>
          </a:xfrm>
        </p:grpSpPr>
        <p:sp>
          <p:nvSpPr>
            <p:cNvPr id="8" name="Freeform 8"/>
            <p:cNvSpPr/>
            <p:nvPr/>
          </p:nvSpPr>
          <p:spPr>
            <a:xfrm>
              <a:off x="0" y="0"/>
              <a:ext cx="959993" cy="13716000"/>
            </a:xfrm>
            <a:custGeom>
              <a:avLst/>
              <a:gdLst/>
              <a:ahLst/>
              <a:cxnLst/>
              <a:rect l="l" t="t" r="r" b="b"/>
              <a:pathLst>
                <a:path w="959993" h="13716000">
                  <a:moveTo>
                    <a:pt x="0" y="0"/>
                  </a:moveTo>
                  <a:lnTo>
                    <a:pt x="959993" y="0"/>
                  </a:lnTo>
                  <a:lnTo>
                    <a:pt x="959993" y="13716000"/>
                  </a:lnTo>
                  <a:lnTo>
                    <a:pt x="0" y="13716000"/>
                  </a:lnTo>
                  <a:close/>
                </a:path>
              </a:pathLst>
            </a:custGeom>
            <a:solidFill>
              <a:srgbClr val="262964"/>
            </a:solidFill>
          </p:spPr>
          <p:txBody>
            <a:bodyPr/>
            <a:lstStyle/>
            <a:p>
              <a:endParaRPr lang="en-US"/>
            </a:p>
          </p:txBody>
        </p:sp>
      </p:grpSp>
      <p:grpSp>
        <p:nvGrpSpPr>
          <p:cNvPr id="9" name="Group 9"/>
          <p:cNvGrpSpPr/>
          <p:nvPr/>
        </p:nvGrpSpPr>
        <p:grpSpPr>
          <a:xfrm rot="16200000">
            <a:off x="8766028" y="800911"/>
            <a:ext cx="795089" cy="18327148"/>
            <a:chOff x="0" y="0"/>
            <a:chExt cx="959993" cy="24436197"/>
          </a:xfrm>
        </p:grpSpPr>
        <p:sp>
          <p:nvSpPr>
            <p:cNvPr id="10" name="Freeform 10"/>
            <p:cNvSpPr/>
            <p:nvPr/>
          </p:nvSpPr>
          <p:spPr>
            <a:xfrm>
              <a:off x="0" y="0"/>
              <a:ext cx="959993" cy="24436197"/>
            </a:xfrm>
            <a:custGeom>
              <a:avLst/>
              <a:gdLst/>
              <a:ahLst/>
              <a:cxnLst/>
              <a:rect l="l" t="t" r="r" b="b"/>
              <a:pathLst>
                <a:path w="959993" h="24436197">
                  <a:moveTo>
                    <a:pt x="0" y="0"/>
                  </a:moveTo>
                  <a:lnTo>
                    <a:pt x="959993" y="0"/>
                  </a:lnTo>
                  <a:lnTo>
                    <a:pt x="959993" y="24436197"/>
                  </a:lnTo>
                  <a:lnTo>
                    <a:pt x="0" y="24436197"/>
                  </a:lnTo>
                  <a:close/>
                </a:path>
              </a:pathLst>
            </a:custGeom>
            <a:solidFill>
              <a:srgbClr val="262964"/>
            </a:solidFill>
          </p:spPr>
          <p:txBody>
            <a:bodyPr/>
            <a:lstStyle/>
            <a:p>
              <a:endParaRPr lang="en-US"/>
            </a:p>
          </p:txBody>
        </p:sp>
      </p:grpSp>
      <p:grpSp>
        <p:nvGrpSpPr>
          <p:cNvPr id="47" name="Group 46">
            <a:extLst>
              <a:ext uri="{FF2B5EF4-FFF2-40B4-BE49-F238E27FC236}">
                <a16:creationId xmlns:a16="http://schemas.microsoft.com/office/drawing/2014/main" id="{5EDC12E2-B113-47DC-659D-B51C6662F2A7}"/>
              </a:ext>
            </a:extLst>
          </p:cNvPr>
          <p:cNvGrpSpPr/>
          <p:nvPr/>
        </p:nvGrpSpPr>
        <p:grpSpPr>
          <a:xfrm>
            <a:off x="2890192" y="4547190"/>
            <a:ext cx="1260000" cy="1260000"/>
            <a:chOff x="2594741" y="3984138"/>
            <a:chExt cx="1260000" cy="1260000"/>
          </a:xfrm>
        </p:grpSpPr>
        <p:sp>
          <p:nvSpPr>
            <p:cNvPr id="11" name="Freeform 11"/>
            <p:cNvSpPr/>
            <p:nvPr/>
          </p:nvSpPr>
          <p:spPr>
            <a:xfrm>
              <a:off x="2594741" y="3984138"/>
              <a:ext cx="1260000" cy="1260000"/>
            </a:xfrm>
            <a:custGeom>
              <a:avLst/>
              <a:gdLst/>
              <a:ahLst/>
              <a:cxnLst/>
              <a:rect l="l" t="t" r="r" b="b"/>
              <a:pathLst>
                <a:path w="1260000" h="1260000">
                  <a:moveTo>
                    <a:pt x="0" y="0"/>
                  </a:moveTo>
                  <a:lnTo>
                    <a:pt x="1260000" y="0"/>
                  </a:lnTo>
                  <a:lnTo>
                    <a:pt x="1260000" y="1260000"/>
                  </a:lnTo>
                  <a:lnTo>
                    <a:pt x="0" y="12600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2" name="Group 12"/>
            <p:cNvGrpSpPr/>
            <p:nvPr/>
          </p:nvGrpSpPr>
          <p:grpSpPr>
            <a:xfrm>
              <a:off x="2859591" y="4281266"/>
              <a:ext cx="730282" cy="730282"/>
              <a:chOff x="0" y="0"/>
              <a:chExt cx="973709" cy="973709"/>
            </a:xfrm>
          </p:grpSpPr>
          <p:sp>
            <p:nvSpPr>
              <p:cNvPr id="13" name="Freeform 13"/>
              <p:cNvSpPr/>
              <p:nvPr/>
            </p:nvSpPr>
            <p:spPr>
              <a:xfrm>
                <a:off x="0" y="0"/>
                <a:ext cx="973709" cy="973709"/>
              </a:xfrm>
              <a:custGeom>
                <a:avLst/>
                <a:gdLst/>
                <a:ahLst/>
                <a:cxnLst/>
                <a:rect l="l" t="t" r="r" b="b"/>
                <a:pathLst>
                  <a:path w="973709" h="973709">
                    <a:moveTo>
                      <a:pt x="0" y="0"/>
                    </a:moveTo>
                    <a:lnTo>
                      <a:pt x="973709" y="0"/>
                    </a:lnTo>
                    <a:lnTo>
                      <a:pt x="973709" y="973709"/>
                    </a:lnTo>
                    <a:lnTo>
                      <a:pt x="0" y="973709"/>
                    </a:lnTo>
                    <a:lnTo>
                      <a:pt x="0" y="0"/>
                    </a:lnTo>
                    <a:close/>
                  </a:path>
                </a:pathLst>
              </a:custGeom>
              <a:blipFill>
                <a:blip r:embed="rId4"/>
                <a:stretch>
                  <a:fillRect r="-2" b="-2"/>
                </a:stretch>
              </a:blipFill>
            </p:spPr>
            <p:txBody>
              <a:bodyPr/>
              <a:lstStyle/>
              <a:p>
                <a:endParaRPr lang="en-US"/>
              </a:p>
            </p:txBody>
          </p:sp>
        </p:grpSp>
      </p:grpSp>
      <p:sp>
        <p:nvSpPr>
          <p:cNvPr id="14" name="Freeform 14"/>
          <p:cNvSpPr/>
          <p:nvPr/>
        </p:nvSpPr>
        <p:spPr>
          <a:xfrm>
            <a:off x="1073387" y="4537317"/>
            <a:ext cx="1260000" cy="1260000"/>
          </a:xfrm>
          <a:custGeom>
            <a:avLst/>
            <a:gdLst/>
            <a:ahLst/>
            <a:cxnLst/>
            <a:rect l="l" t="t" r="r" b="b"/>
            <a:pathLst>
              <a:path w="1260000" h="1260000">
                <a:moveTo>
                  <a:pt x="0" y="0"/>
                </a:moveTo>
                <a:lnTo>
                  <a:pt x="1260000" y="0"/>
                </a:lnTo>
                <a:lnTo>
                  <a:pt x="1260000" y="1260000"/>
                </a:lnTo>
                <a:lnTo>
                  <a:pt x="0" y="12600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973203" y="2835266"/>
            <a:ext cx="1260000" cy="1260000"/>
          </a:xfrm>
          <a:custGeom>
            <a:avLst/>
            <a:gdLst/>
            <a:ahLst/>
            <a:cxnLst/>
            <a:rect l="l" t="t" r="r" b="b"/>
            <a:pathLst>
              <a:path w="1260000" h="1260000">
                <a:moveTo>
                  <a:pt x="0" y="0"/>
                </a:moveTo>
                <a:lnTo>
                  <a:pt x="1260000" y="0"/>
                </a:lnTo>
                <a:lnTo>
                  <a:pt x="1260000" y="1260000"/>
                </a:lnTo>
                <a:lnTo>
                  <a:pt x="0" y="12600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TextBox 22"/>
          <p:cNvSpPr txBox="1"/>
          <p:nvPr/>
        </p:nvSpPr>
        <p:spPr>
          <a:xfrm>
            <a:off x="5153246" y="2280847"/>
            <a:ext cx="9089027" cy="3077766"/>
          </a:xfrm>
          <a:prstGeom prst="rect">
            <a:avLst/>
          </a:prstGeom>
        </p:spPr>
        <p:txBody>
          <a:bodyPr lIns="0" tIns="0" rIns="0" bIns="0" rtlCol="0" anchor="t"/>
          <a:lstStyle/>
          <a:p>
            <a:pPr algn="l">
              <a:lnSpc>
                <a:spcPts val="2999"/>
              </a:lnSpc>
            </a:pPr>
            <a:r>
              <a:rPr lang="en-US" sz="2499">
                <a:solidFill>
                  <a:srgbClr val="000000"/>
                </a:solidFill>
                <a:latin typeface="Noto Sans"/>
                <a:ea typeface="Noto Sans"/>
                <a:cs typeface="Noto Sans"/>
                <a:sym typeface="Noto Sans"/>
              </a:rPr>
              <a:t>PISA tests </a:t>
            </a:r>
            <a:r>
              <a:rPr lang="en-US" sz="2499" b="1">
                <a:solidFill>
                  <a:srgbClr val="000000"/>
                </a:solidFill>
                <a:latin typeface="Noto Sans Bold"/>
                <a:ea typeface="Noto Sans Bold"/>
                <a:cs typeface="Noto Sans Bold"/>
                <a:sym typeface="Noto Sans Bold"/>
              </a:rPr>
              <a:t>15-year-old students</a:t>
            </a:r>
            <a:r>
              <a:rPr lang="en-US" sz="2499">
                <a:solidFill>
                  <a:srgbClr val="000000"/>
                </a:solidFill>
                <a:latin typeface="Noto Sans"/>
                <a:ea typeface="Noto Sans"/>
                <a:cs typeface="Noto Sans"/>
                <a:sym typeface="Noto Sans"/>
              </a:rPr>
              <a:t> in grades 7 and above. Students complete a </a:t>
            </a:r>
            <a:r>
              <a:rPr lang="en-US" sz="2499" b="1">
                <a:solidFill>
                  <a:srgbClr val="000000"/>
                </a:solidFill>
                <a:latin typeface="Noto Sans Bold"/>
                <a:ea typeface="Noto Sans Bold"/>
                <a:cs typeface="Noto Sans Bold"/>
                <a:sym typeface="Noto Sans Bold"/>
              </a:rPr>
              <a:t>two-hour test </a:t>
            </a:r>
            <a:r>
              <a:rPr lang="en-US" sz="2499">
                <a:solidFill>
                  <a:srgbClr val="000000"/>
                </a:solidFill>
                <a:latin typeface="Noto Sans"/>
                <a:ea typeface="Noto Sans"/>
                <a:cs typeface="Noto Sans"/>
                <a:sym typeface="Noto Sans"/>
              </a:rPr>
              <a:t>in:</a:t>
            </a:r>
          </a:p>
          <a:p>
            <a:pPr marL="597754" lvl="2" indent="-199251" algn="l">
              <a:lnSpc>
                <a:spcPts val="2999"/>
              </a:lnSpc>
              <a:buFont typeface="Arial"/>
              <a:buChar char="⚬"/>
            </a:pPr>
            <a:r>
              <a:rPr lang="en-US" sz="2499">
                <a:solidFill>
                  <a:srgbClr val="000000"/>
                </a:solidFill>
                <a:latin typeface="Noto Sans"/>
                <a:ea typeface="Noto Sans"/>
                <a:cs typeface="Noto Sans"/>
                <a:sym typeface="Noto Sans"/>
              </a:rPr>
              <a:t>reading, </a:t>
            </a:r>
          </a:p>
          <a:p>
            <a:pPr marL="597754" lvl="2" indent="-199251" algn="l">
              <a:lnSpc>
                <a:spcPts val="2999"/>
              </a:lnSpc>
              <a:buFont typeface="Arial"/>
              <a:buChar char="⚬"/>
            </a:pPr>
            <a:r>
              <a:rPr lang="en-US" sz="2499">
                <a:solidFill>
                  <a:srgbClr val="000000"/>
                </a:solidFill>
                <a:latin typeface="Noto Sans"/>
                <a:ea typeface="Noto Sans"/>
                <a:cs typeface="Noto Sans"/>
                <a:sym typeface="Noto Sans"/>
              </a:rPr>
              <a:t>mathematics, </a:t>
            </a:r>
          </a:p>
          <a:p>
            <a:pPr marL="597754" lvl="2" indent="-199251" algn="l">
              <a:lnSpc>
                <a:spcPts val="2999"/>
              </a:lnSpc>
              <a:buFont typeface="Arial"/>
              <a:buChar char="⚬"/>
            </a:pPr>
            <a:r>
              <a:rPr lang="en-US" sz="2499">
                <a:solidFill>
                  <a:srgbClr val="000000"/>
                </a:solidFill>
                <a:latin typeface="Noto Sans"/>
                <a:ea typeface="Noto Sans"/>
                <a:cs typeface="Noto Sans"/>
                <a:sym typeface="Noto Sans"/>
              </a:rPr>
              <a:t>science and </a:t>
            </a:r>
          </a:p>
          <a:p>
            <a:pPr marL="597754" lvl="2" indent="-199251" algn="l">
              <a:lnSpc>
                <a:spcPts val="2999"/>
              </a:lnSpc>
              <a:buFont typeface="Arial"/>
              <a:buChar char="⚬"/>
            </a:pPr>
            <a:r>
              <a:rPr lang="en-US" sz="2499">
                <a:solidFill>
                  <a:srgbClr val="000000"/>
                </a:solidFill>
                <a:latin typeface="Noto Sans"/>
                <a:ea typeface="Noto Sans"/>
                <a:cs typeface="Noto Sans"/>
                <a:sym typeface="Noto Sans"/>
              </a:rPr>
              <a:t>an innovative domain that targets interdisciplinary skills.</a:t>
            </a:r>
          </a:p>
          <a:p>
            <a:pPr marL="597754" lvl="2" indent="-199251" algn="l">
              <a:lnSpc>
                <a:spcPts val="2999"/>
              </a:lnSpc>
            </a:pPr>
            <a:endParaRPr lang="en-US" sz="2499">
              <a:solidFill>
                <a:srgbClr val="000000"/>
              </a:solidFill>
              <a:latin typeface="Noto Sans"/>
              <a:ea typeface="Noto Sans"/>
              <a:cs typeface="Noto Sans"/>
              <a:sym typeface="Noto Sans"/>
            </a:endParaRPr>
          </a:p>
        </p:txBody>
      </p:sp>
      <p:grpSp>
        <p:nvGrpSpPr>
          <p:cNvPr id="23" name="Group 23"/>
          <p:cNvGrpSpPr/>
          <p:nvPr/>
        </p:nvGrpSpPr>
        <p:grpSpPr>
          <a:xfrm>
            <a:off x="5153247" y="520554"/>
            <a:ext cx="12401792" cy="1169655"/>
            <a:chOff x="-1" y="0"/>
            <a:chExt cx="16535723" cy="1559540"/>
          </a:xfrm>
        </p:grpSpPr>
        <p:sp>
          <p:nvSpPr>
            <p:cNvPr id="24" name="Freeform 24"/>
            <p:cNvSpPr/>
            <p:nvPr/>
          </p:nvSpPr>
          <p:spPr>
            <a:xfrm>
              <a:off x="0" y="0"/>
              <a:ext cx="16535722" cy="1060119"/>
            </a:xfrm>
            <a:custGeom>
              <a:avLst/>
              <a:gdLst/>
              <a:ahLst/>
              <a:cxnLst/>
              <a:rect l="l" t="t" r="r" b="b"/>
              <a:pathLst>
                <a:path w="16535722" h="1060119">
                  <a:moveTo>
                    <a:pt x="0" y="0"/>
                  </a:moveTo>
                  <a:lnTo>
                    <a:pt x="16535722" y="0"/>
                  </a:lnTo>
                  <a:lnTo>
                    <a:pt x="16535722" y="1060119"/>
                  </a:lnTo>
                  <a:lnTo>
                    <a:pt x="0" y="1060119"/>
                  </a:lnTo>
                  <a:close/>
                </a:path>
              </a:pathLst>
            </a:custGeom>
            <a:solidFill>
              <a:srgbClr val="262964">
                <a:alpha val="0"/>
              </a:srgbClr>
            </a:solidFill>
          </p:spPr>
          <p:txBody>
            <a:bodyPr/>
            <a:lstStyle/>
            <a:p>
              <a:endParaRPr lang="en-US"/>
            </a:p>
          </p:txBody>
        </p:sp>
        <p:sp>
          <p:nvSpPr>
            <p:cNvPr id="25" name="TextBox 25"/>
            <p:cNvSpPr txBox="1"/>
            <p:nvPr/>
          </p:nvSpPr>
          <p:spPr>
            <a:xfrm>
              <a:off x="-1" y="499421"/>
              <a:ext cx="16535723" cy="1060119"/>
            </a:xfrm>
            <a:prstGeom prst="rect">
              <a:avLst/>
            </a:prstGeom>
          </p:spPr>
          <p:txBody>
            <a:bodyPr lIns="0" tIns="0" rIns="0" bIns="0" rtlCol="0" anchor="t"/>
            <a:lstStyle/>
            <a:p>
              <a:pPr>
                <a:lnSpc>
                  <a:spcPts val="3124"/>
                </a:lnSpc>
              </a:pPr>
              <a:r>
                <a:rPr lang="en-US" sz="2700" b="1">
                  <a:solidFill>
                    <a:srgbClr val="262964"/>
                  </a:solidFill>
                  <a:latin typeface="Noto Sans Bold"/>
                  <a:ea typeface="Noto Sans Bold"/>
                  <a:cs typeface="Noto Sans Bold"/>
                  <a:sym typeface="Noto Sans Bold"/>
                </a:rPr>
                <a:t>PISA evaluates how well students can use their knowledge and skills to tackle new challenges and practical, real-world situations</a:t>
              </a:r>
            </a:p>
          </p:txBody>
        </p:sp>
      </p:grpSp>
      <p:grpSp>
        <p:nvGrpSpPr>
          <p:cNvPr id="26" name="Group 26"/>
          <p:cNvGrpSpPr/>
          <p:nvPr/>
        </p:nvGrpSpPr>
        <p:grpSpPr>
          <a:xfrm>
            <a:off x="1408075" y="618218"/>
            <a:ext cx="828422" cy="1098964"/>
            <a:chOff x="0" y="-61116"/>
            <a:chExt cx="1104563" cy="1465285"/>
          </a:xfrm>
        </p:grpSpPr>
        <p:sp>
          <p:nvSpPr>
            <p:cNvPr id="27" name="Freeform 27"/>
            <p:cNvSpPr/>
            <p:nvPr/>
          </p:nvSpPr>
          <p:spPr>
            <a:xfrm>
              <a:off x="0" y="0"/>
              <a:ext cx="1104563" cy="1404169"/>
            </a:xfrm>
            <a:custGeom>
              <a:avLst/>
              <a:gdLst/>
              <a:ahLst/>
              <a:cxnLst/>
              <a:rect l="l" t="t" r="r" b="b"/>
              <a:pathLst>
                <a:path w="1104563" h="1404169">
                  <a:moveTo>
                    <a:pt x="0" y="0"/>
                  </a:moveTo>
                  <a:lnTo>
                    <a:pt x="1104563" y="0"/>
                  </a:lnTo>
                  <a:lnTo>
                    <a:pt x="1104563" y="1404169"/>
                  </a:lnTo>
                  <a:lnTo>
                    <a:pt x="0" y="1404169"/>
                  </a:lnTo>
                  <a:close/>
                </a:path>
              </a:pathLst>
            </a:custGeom>
            <a:solidFill>
              <a:srgbClr val="000000">
                <a:alpha val="0"/>
              </a:srgbClr>
            </a:solidFill>
          </p:spPr>
          <p:txBody>
            <a:bodyPr/>
            <a:lstStyle/>
            <a:p>
              <a:endParaRPr lang="en-US">
                <a:latin typeface="Dreaming Outloud Pro" panose="020F0502020204030204" pitchFamily="66" charset="0"/>
                <a:cs typeface="Dreaming Outloud Pro" panose="020F0502020204030204" pitchFamily="66" charset="0"/>
              </a:endParaRPr>
            </a:p>
          </p:txBody>
        </p:sp>
        <p:sp>
          <p:nvSpPr>
            <p:cNvPr id="28" name="TextBox 28"/>
            <p:cNvSpPr txBox="1"/>
            <p:nvPr/>
          </p:nvSpPr>
          <p:spPr>
            <a:xfrm>
              <a:off x="0" y="-61116"/>
              <a:ext cx="1104563" cy="1356544"/>
            </a:xfrm>
            <a:prstGeom prst="rect">
              <a:avLst/>
            </a:prstGeom>
          </p:spPr>
          <p:txBody>
            <a:bodyPr lIns="0" tIns="0" rIns="0" bIns="0" rtlCol="0" anchor="t"/>
            <a:lstStyle/>
            <a:p>
              <a:pPr algn="ctr">
                <a:lnSpc>
                  <a:spcPts val="5293"/>
                </a:lnSpc>
              </a:pPr>
              <a:r>
                <a:rPr lang="en-US" sz="4999" b="1" spc="-2">
                  <a:solidFill>
                    <a:srgbClr val="262964"/>
                  </a:solidFill>
                  <a:latin typeface="Ink Free" panose="03080402000500000000" pitchFamily="66" charset="0"/>
                  <a:ea typeface="Arimo Bold"/>
                  <a:cs typeface="MV Boli" panose="02000500030200090000" pitchFamily="2" charset="0"/>
                  <a:sym typeface="Arimo Bold"/>
                </a:rPr>
                <a:t>15</a:t>
              </a:r>
            </a:p>
          </p:txBody>
        </p:sp>
      </p:grpSp>
      <p:grpSp>
        <p:nvGrpSpPr>
          <p:cNvPr id="29" name="Group 29"/>
          <p:cNvGrpSpPr/>
          <p:nvPr/>
        </p:nvGrpSpPr>
        <p:grpSpPr>
          <a:xfrm>
            <a:off x="2238071" y="836849"/>
            <a:ext cx="1294410" cy="436958"/>
            <a:chOff x="0" y="0"/>
            <a:chExt cx="1725880" cy="582610"/>
          </a:xfrm>
        </p:grpSpPr>
        <p:sp>
          <p:nvSpPr>
            <p:cNvPr id="30" name="Freeform 30"/>
            <p:cNvSpPr/>
            <p:nvPr/>
          </p:nvSpPr>
          <p:spPr>
            <a:xfrm>
              <a:off x="0" y="0"/>
              <a:ext cx="1725880" cy="582610"/>
            </a:xfrm>
            <a:custGeom>
              <a:avLst/>
              <a:gdLst/>
              <a:ahLst/>
              <a:cxnLst/>
              <a:rect l="l" t="t" r="r" b="b"/>
              <a:pathLst>
                <a:path w="1725880" h="582610">
                  <a:moveTo>
                    <a:pt x="0" y="0"/>
                  </a:moveTo>
                  <a:lnTo>
                    <a:pt x="1725880" y="0"/>
                  </a:lnTo>
                  <a:lnTo>
                    <a:pt x="1725880" y="582610"/>
                  </a:lnTo>
                  <a:lnTo>
                    <a:pt x="0" y="582610"/>
                  </a:lnTo>
                  <a:close/>
                </a:path>
              </a:pathLst>
            </a:custGeom>
            <a:solidFill>
              <a:srgbClr val="000000">
                <a:alpha val="0"/>
              </a:srgbClr>
            </a:solidFill>
          </p:spPr>
          <p:txBody>
            <a:bodyPr/>
            <a:lstStyle/>
            <a:p>
              <a:endParaRPr lang="en-US"/>
            </a:p>
          </p:txBody>
        </p:sp>
        <p:sp>
          <p:nvSpPr>
            <p:cNvPr id="31" name="TextBox 31"/>
            <p:cNvSpPr txBox="1"/>
            <p:nvPr/>
          </p:nvSpPr>
          <p:spPr>
            <a:xfrm>
              <a:off x="0" y="-47625"/>
              <a:ext cx="1725880" cy="630235"/>
            </a:xfrm>
            <a:prstGeom prst="rect">
              <a:avLst/>
            </a:prstGeom>
          </p:spPr>
          <p:txBody>
            <a:bodyPr lIns="0" tIns="0" rIns="0" bIns="0" rtlCol="0" anchor="t"/>
            <a:lstStyle/>
            <a:p>
              <a:pPr algn="ctr">
                <a:lnSpc>
                  <a:spcPts val="2826"/>
                </a:lnSpc>
              </a:pPr>
              <a:r>
                <a:rPr lang="en-US" sz="2000" spc="-2">
                  <a:solidFill>
                    <a:srgbClr val="000000"/>
                  </a:solidFill>
                  <a:latin typeface="Noto Sans"/>
                  <a:ea typeface="Noto Sans"/>
                  <a:cs typeface="Noto Sans"/>
                  <a:sym typeface="Noto Sans"/>
                </a:rPr>
                <a:t>Year olds,</a:t>
              </a:r>
            </a:p>
          </p:txBody>
        </p:sp>
      </p:grpSp>
      <p:grpSp>
        <p:nvGrpSpPr>
          <p:cNvPr id="32" name="Group 32"/>
          <p:cNvGrpSpPr/>
          <p:nvPr/>
        </p:nvGrpSpPr>
        <p:grpSpPr>
          <a:xfrm>
            <a:off x="2423591" y="1410882"/>
            <a:ext cx="1138388" cy="1191987"/>
            <a:chOff x="0" y="-78552"/>
            <a:chExt cx="1517851" cy="1589316"/>
          </a:xfrm>
        </p:grpSpPr>
        <p:sp>
          <p:nvSpPr>
            <p:cNvPr id="33" name="Freeform 33"/>
            <p:cNvSpPr/>
            <p:nvPr/>
          </p:nvSpPr>
          <p:spPr>
            <a:xfrm>
              <a:off x="0" y="0"/>
              <a:ext cx="1367568" cy="1510764"/>
            </a:xfrm>
            <a:custGeom>
              <a:avLst/>
              <a:gdLst/>
              <a:ahLst/>
              <a:cxnLst/>
              <a:rect l="l" t="t" r="r" b="b"/>
              <a:pathLst>
                <a:path w="1367568" h="1510764">
                  <a:moveTo>
                    <a:pt x="0" y="0"/>
                  </a:moveTo>
                  <a:lnTo>
                    <a:pt x="1367568" y="0"/>
                  </a:lnTo>
                  <a:lnTo>
                    <a:pt x="1367568" y="1510764"/>
                  </a:lnTo>
                  <a:lnTo>
                    <a:pt x="0" y="1510764"/>
                  </a:lnTo>
                  <a:close/>
                </a:path>
              </a:pathLst>
            </a:custGeom>
            <a:solidFill>
              <a:srgbClr val="000000">
                <a:alpha val="0"/>
              </a:srgbClr>
            </a:solidFill>
          </p:spPr>
          <p:txBody>
            <a:bodyPr/>
            <a:lstStyle/>
            <a:p>
              <a:endParaRPr lang="en-US">
                <a:latin typeface="Ink Free" panose="03080402000500000000" pitchFamily="66" charset="0"/>
                <a:cs typeface="Dreaming Outloud Pro" panose="020F0502020204030204" pitchFamily="66" charset="0"/>
              </a:endParaRPr>
            </a:p>
          </p:txBody>
        </p:sp>
        <p:sp>
          <p:nvSpPr>
            <p:cNvPr id="34" name="TextBox 34"/>
            <p:cNvSpPr txBox="1"/>
            <p:nvPr/>
          </p:nvSpPr>
          <p:spPr>
            <a:xfrm>
              <a:off x="150283" y="-78552"/>
              <a:ext cx="1367568" cy="1463139"/>
            </a:xfrm>
            <a:prstGeom prst="rect">
              <a:avLst/>
            </a:prstGeom>
          </p:spPr>
          <p:txBody>
            <a:bodyPr lIns="0" tIns="0" rIns="0" bIns="0" rtlCol="0" anchor="t"/>
            <a:lstStyle/>
            <a:p>
              <a:pPr algn="ctr">
                <a:lnSpc>
                  <a:spcPts val="5293"/>
                </a:lnSpc>
              </a:pPr>
              <a:r>
                <a:rPr lang="en-US" sz="4999" b="1" spc="-2">
                  <a:solidFill>
                    <a:srgbClr val="262964"/>
                  </a:solidFill>
                  <a:latin typeface="Ink Free" panose="03080402000500000000" pitchFamily="66" charset="0"/>
                  <a:ea typeface="Arimo Bold"/>
                  <a:cs typeface="Dreaming Outloud Pro" panose="020F0502020204030204" pitchFamily="66" charset="0"/>
                  <a:sym typeface="Arimo Bold"/>
                </a:rPr>
                <a:t>7+</a:t>
              </a:r>
            </a:p>
          </p:txBody>
        </p:sp>
      </p:grpSp>
      <p:grpSp>
        <p:nvGrpSpPr>
          <p:cNvPr id="35" name="Group 35"/>
          <p:cNvGrpSpPr/>
          <p:nvPr/>
        </p:nvGrpSpPr>
        <p:grpSpPr>
          <a:xfrm>
            <a:off x="1637005" y="1625508"/>
            <a:ext cx="966198" cy="482217"/>
            <a:chOff x="0" y="0"/>
            <a:chExt cx="1288264" cy="642956"/>
          </a:xfrm>
        </p:grpSpPr>
        <p:sp>
          <p:nvSpPr>
            <p:cNvPr id="36" name="Freeform 36"/>
            <p:cNvSpPr/>
            <p:nvPr/>
          </p:nvSpPr>
          <p:spPr>
            <a:xfrm>
              <a:off x="0" y="0"/>
              <a:ext cx="1288264" cy="642956"/>
            </a:xfrm>
            <a:custGeom>
              <a:avLst/>
              <a:gdLst/>
              <a:ahLst/>
              <a:cxnLst/>
              <a:rect l="l" t="t" r="r" b="b"/>
              <a:pathLst>
                <a:path w="1288264" h="642956">
                  <a:moveTo>
                    <a:pt x="0" y="0"/>
                  </a:moveTo>
                  <a:lnTo>
                    <a:pt x="1288264" y="0"/>
                  </a:lnTo>
                  <a:lnTo>
                    <a:pt x="1288264" y="642956"/>
                  </a:lnTo>
                  <a:lnTo>
                    <a:pt x="0" y="642956"/>
                  </a:lnTo>
                  <a:close/>
                </a:path>
              </a:pathLst>
            </a:custGeom>
            <a:solidFill>
              <a:srgbClr val="000000">
                <a:alpha val="0"/>
              </a:srgbClr>
            </a:solidFill>
          </p:spPr>
          <p:txBody>
            <a:bodyPr/>
            <a:lstStyle/>
            <a:p>
              <a:endParaRPr lang="en-US"/>
            </a:p>
          </p:txBody>
        </p:sp>
        <p:sp>
          <p:nvSpPr>
            <p:cNvPr id="37" name="TextBox 37"/>
            <p:cNvSpPr txBox="1"/>
            <p:nvPr/>
          </p:nvSpPr>
          <p:spPr>
            <a:xfrm>
              <a:off x="0" y="-47625"/>
              <a:ext cx="1288264" cy="690581"/>
            </a:xfrm>
            <a:prstGeom prst="rect">
              <a:avLst/>
            </a:prstGeom>
          </p:spPr>
          <p:txBody>
            <a:bodyPr lIns="0" tIns="0" rIns="0" bIns="0" rtlCol="0" anchor="t"/>
            <a:lstStyle/>
            <a:p>
              <a:pPr algn="ctr">
                <a:lnSpc>
                  <a:spcPts val="2826"/>
                </a:lnSpc>
              </a:pPr>
              <a:r>
                <a:rPr lang="en-US" sz="2000" spc="-2">
                  <a:solidFill>
                    <a:srgbClr val="000000"/>
                  </a:solidFill>
                  <a:latin typeface="Noto Sans"/>
                  <a:ea typeface="Noto Sans"/>
                  <a:cs typeface="Noto Sans"/>
                  <a:sym typeface="Noto Sans"/>
                </a:rPr>
                <a:t>Grades</a:t>
              </a:r>
            </a:p>
          </p:txBody>
        </p:sp>
      </p:grpSp>
      <p:grpSp>
        <p:nvGrpSpPr>
          <p:cNvPr id="38" name="Group 38"/>
          <p:cNvGrpSpPr/>
          <p:nvPr/>
        </p:nvGrpSpPr>
        <p:grpSpPr>
          <a:xfrm>
            <a:off x="5153247" y="4999561"/>
            <a:ext cx="12401791" cy="2283689"/>
            <a:chOff x="-1" y="0"/>
            <a:chExt cx="16535722" cy="3044919"/>
          </a:xfrm>
        </p:grpSpPr>
        <p:sp>
          <p:nvSpPr>
            <p:cNvPr id="39" name="Freeform 39"/>
            <p:cNvSpPr/>
            <p:nvPr/>
          </p:nvSpPr>
          <p:spPr>
            <a:xfrm>
              <a:off x="0" y="0"/>
              <a:ext cx="11200399" cy="2687915"/>
            </a:xfrm>
            <a:custGeom>
              <a:avLst/>
              <a:gdLst/>
              <a:ahLst/>
              <a:cxnLst/>
              <a:rect l="l" t="t" r="r" b="b"/>
              <a:pathLst>
                <a:path w="11200399" h="2687915">
                  <a:moveTo>
                    <a:pt x="0" y="0"/>
                  </a:moveTo>
                  <a:lnTo>
                    <a:pt x="11200399" y="0"/>
                  </a:lnTo>
                  <a:lnTo>
                    <a:pt x="11200399" y="2687915"/>
                  </a:lnTo>
                  <a:lnTo>
                    <a:pt x="0" y="2687915"/>
                  </a:lnTo>
                  <a:close/>
                </a:path>
              </a:pathLst>
            </a:custGeom>
            <a:solidFill>
              <a:srgbClr val="000000">
                <a:alpha val="0"/>
              </a:srgbClr>
            </a:solidFill>
          </p:spPr>
          <p:txBody>
            <a:bodyPr/>
            <a:lstStyle/>
            <a:p>
              <a:endParaRPr lang="en-US"/>
            </a:p>
          </p:txBody>
        </p:sp>
        <p:sp>
          <p:nvSpPr>
            <p:cNvPr id="40" name="TextBox 40"/>
            <p:cNvSpPr txBox="1"/>
            <p:nvPr/>
          </p:nvSpPr>
          <p:spPr>
            <a:xfrm>
              <a:off x="-1" y="357004"/>
              <a:ext cx="16535722" cy="2687915"/>
            </a:xfrm>
            <a:prstGeom prst="rect">
              <a:avLst/>
            </a:prstGeom>
          </p:spPr>
          <p:txBody>
            <a:bodyPr lIns="0" tIns="0" rIns="0" bIns="0" rtlCol="0" anchor="t"/>
            <a:lstStyle/>
            <a:p>
              <a:pPr algn="l">
                <a:lnSpc>
                  <a:spcPts val="2999"/>
                </a:lnSpc>
              </a:pPr>
              <a:r>
                <a:rPr lang="en-US" sz="2499">
                  <a:solidFill>
                    <a:srgbClr val="000000"/>
                  </a:solidFill>
                  <a:latin typeface="Noto Sans"/>
                  <a:ea typeface="Noto Sans"/>
                  <a:cs typeface="Noto Sans"/>
                  <a:sym typeface="Noto Sans"/>
                </a:rPr>
                <a:t>  For PISA 2029:</a:t>
              </a:r>
            </a:p>
            <a:p>
              <a:pPr marL="758825" lvl="2" indent="-252942" algn="l">
                <a:lnSpc>
                  <a:spcPts val="2999"/>
                </a:lnSpc>
                <a:buFont typeface="Arial"/>
                <a:buChar char="⚬"/>
              </a:pPr>
              <a:r>
                <a:rPr lang="en-US" sz="2499">
                  <a:solidFill>
                    <a:srgbClr val="000000"/>
                  </a:solidFill>
                  <a:latin typeface="Noto Sans"/>
                  <a:ea typeface="Noto Sans"/>
                  <a:cs typeface="Noto Sans"/>
                  <a:sym typeface="Noto Sans"/>
                </a:rPr>
                <a:t>The </a:t>
              </a:r>
              <a:r>
                <a:rPr lang="en-US" sz="2499" b="1">
                  <a:solidFill>
                    <a:srgbClr val="000000"/>
                  </a:solidFill>
                  <a:latin typeface="Noto Sans Bold"/>
                  <a:ea typeface="Noto Sans Bold"/>
                  <a:cs typeface="Noto Sans Bold"/>
                  <a:sym typeface="Noto Sans Bold"/>
                </a:rPr>
                <a:t>focal domain </a:t>
              </a:r>
              <a:r>
                <a:rPr lang="en-US" sz="2499">
                  <a:solidFill>
                    <a:srgbClr val="000000"/>
                  </a:solidFill>
                  <a:latin typeface="Noto Sans"/>
                  <a:ea typeface="Noto Sans"/>
                  <a:cs typeface="Noto Sans"/>
                  <a:sym typeface="Noto Sans"/>
                </a:rPr>
                <a:t>is </a:t>
              </a:r>
              <a:r>
                <a:rPr lang="en-US" sz="2499">
                  <a:solidFill>
                    <a:srgbClr val="262964"/>
                  </a:solidFill>
                  <a:latin typeface="Noto Sans"/>
                  <a:ea typeface="Noto Sans"/>
                  <a:cs typeface="Noto Sans"/>
                  <a:sym typeface="Noto Sans"/>
                </a:rPr>
                <a:t>reading</a:t>
              </a:r>
            </a:p>
            <a:p>
              <a:pPr marL="758825" lvl="2" indent="-252942" algn="l">
                <a:lnSpc>
                  <a:spcPts val="2999"/>
                </a:lnSpc>
                <a:buFont typeface="Arial"/>
                <a:buChar char="⚬"/>
              </a:pPr>
              <a:r>
                <a:rPr lang="en-US" sz="2499">
                  <a:solidFill>
                    <a:srgbClr val="000000"/>
                  </a:solidFill>
                  <a:latin typeface="Noto Sans"/>
                  <a:ea typeface="Noto Sans"/>
                  <a:cs typeface="Noto Sans"/>
                  <a:sym typeface="Noto Sans"/>
                </a:rPr>
                <a:t>The </a:t>
              </a:r>
              <a:r>
                <a:rPr lang="en-US" sz="2499" b="1">
                  <a:solidFill>
                    <a:srgbClr val="000000"/>
                  </a:solidFill>
                  <a:latin typeface="Noto Sans Bold"/>
                  <a:ea typeface="Noto Sans Bold"/>
                  <a:cs typeface="Noto Sans Bold"/>
                  <a:sym typeface="Noto Sans Bold"/>
                </a:rPr>
                <a:t>innovative domain</a:t>
              </a:r>
              <a:r>
                <a:rPr lang="en-US" sz="2499">
                  <a:solidFill>
                    <a:srgbClr val="000000"/>
                  </a:solidFill>
                  <a:latin typeface="Noto Sans"/>
                  <a:ea typeface="Noto Sans"/>
                  <a:cs typeface="Noto Sans"/>
                  <a:sym typeface="Noto Sans"/>
                </a:rPr>
                <a:t> is</a:t>
              </a:r>
              <a:r>
                <a:rPr lang="en-US" sz="2499">
                  <a:solidFill>
                    <a:srgbClr val="207C85"/>
                  </a:solidFill>
                  <a:latin typeface="Noto Sans"/>
                  <a:ea typeface="Noto Sans"/>
                  <a:cs typeface="Noto Sans"/>
                  <a:sym typeface="Noto Sans"/>
                </a:rPr>
                <a:t> </a:t>
              </a:r>
              <a:r>
                <a:rPr lang="en-US" sz="2499">
                  <a:solidFill>
                    <a:srgbClr val="262964"/>
                  </a:solidFill>
                  <a:latin typeface="Noto Sans"/>
                  <a:ea typeface="Noto Sans"/>
                  <a:cs typeface="Noto Sans"/>
                  <a:sym typeface="Noto Sans"/>
                </a:rPr>
                <a:t>media and artificial intelligence literacy. </a:t>
              </a:r>
            </a:p>
            <a:p>
              <a:pPr marL="758825" lvl="2" indent="-252942" algn="l">
                <a:lnSpc>
                  <a:spcPts val="2999"/>
                </a:lnSpc>
              </a:pPr>
              <a:endParaRPr lang="en-US" sz="2499">
                <a:solidFill>
                  <a:srgbClr val="262964"/>
                </a:solidFill>
                <a:latin typeface="Noto Sans"/>
                <a:ea typeface="Noto Sans"/>
                <a:cs typeface="Noto Sans"/>
                <a:sym typeface="Noto Sans"/>
              </a:endParaRPr>
            </a:p>
          </p:txBody>
        </p:sp>
      </p:grpSp>
      <p:grpSp>
        <p:nvGrpSpPr>
          <p:cNvPr id="41" name="Group 41"/>
          <p:cNvGrpSpPr/>
          <p:nvPr/>
        </p:nvGrpSpPr>
        <p:grpSpPr>
          <a:xfrm>
            <a:off x="5323803" y="7015135"/>
            <a:ext cx="11243096" cy="1754941"/>
            <a:chOff x="0" y="-164967"/>
            <a:chExt cx="14990794" cy="2339922"/>
          </a:xfrm>
        </p:grpSpPr>
        <p:sp>
          <p:nvSpPr>
            <p:cNvPr id="42" name="Freeform 42"/>
            <p:cNvSpPr/>
            <p:nvPr/>
          </p:nvSpPr>
          <p:spPr>
            <a:xfrm>
              <a:off x="0" y="0"/>
              <a:ext cx="14990794" cy="2174955"/>
            </a:xfrm>
            <a:custGeom>
              <a:avLst/>
              <a:gdLst/>
              <a:ahLst/>
              <a:cxnLst/>
              <a:rect l="l" t="t" r="r" b="b"/>
              <a:pathLst>
                <a:path w="14990794" h="2174955">
                  <a:moveTo>
                    <a:pt x="0" y="0"/>
                  </a:moveTo>
                  <a:lnTo>
                    <a:pt x="14990794" y="0"/>
                  </a:lnTo>
                  <a:lnTo>
                    <a:pt x="14990794" y="2174955"/>
                  </a:lnTo>
                  <a:lnTo>
                    <a:pt x="0" y="2174955"/>
                  </a:lnTo>
                  <a:close/>
                </a:path>
              </a:pathLst>
            </a:custGeom>
            <a:solidFill>
              <a:srgbClr val="000000">
                <a:alpha val="0"/>
              </a:srgbClr>
            </a:solidFill>
          </p:spPr>
          <p:txBody>
            <a:bodyPr/>
            <a:lstStyle/>
            <a:p>
              <a:endParaRPr lang="en-US"/>
            </a:p>
          </p:txBody>
        </p:sp>
        <p:sp>
          <p:nvSpPr>
            <p:cNvPr id="43" name="TextBox 43"/>
            <p:cNvSpPr txBox="1"/>
            <p:nvPr/>
          </p:nvSpPr>
          <p:spPr>
            <a:xfrm>
              <a:off x="0" y="-164967"/>
              <a:ext cx="14990793" cy="2174955"/>
            </a:xfrm>
            <a:prstGeom prst="rect">
              <a:avLst/>
            </a:prstGeom>
          </p:spPr>
          <p:txBody>
            <a:bodyPr lIns="0" tIns="0" rIns="0" bIns="0" rtlCol="0" anchor="t"/>
            <a:lstStyle/>
            <a:p>
              <a:pPr algn="l">
                <a:lnSpc>
                  <a:spcPts val="2999"/>
                </a:lnSpc>
              </a:pPr>
              <a:r>
                <a:rPr lang="en-US" sz="2499">
                  <a:solidFill>
                    <a:srgbClr val="000000"/>
                  </a:solidFill>
                  <a:latin typeface="Noto Sans"/>
                  <a:ea typeface="Noto Sans"/>
                  <a:cs typeface="Noto Sans"/>
                  <a:sym typeface="Noto Sans"/>
                </a:rPr>
                <a:t>PISA shows how learning relates to </a:t>
              </a:r>
              <a:r>
                <a:rPr lang="en-US" sz="2499" b="1">
                  <a:solidFill>
                    <a:srgbClr val="000000"/>
                  </a:solidFill>
                  <a:latin typeface="Noto Sans Bold"/>
                  <a:ea typeface="Noto Sans Bold"/>
                  <a:cs typeface="Noto Sans Bold"/>
                  <a:sym typeface="Noto Sans Bold"/>
                </a:rPr>
                <a:t>demographic, social and economic aspects</a:t>
              </a:r>
              <a:r>
                <a:rPr lang="en-US" sz="2499">
                  <a:solidFill>
                    <a:srgbClr val="000000"/>
                  </a:solidFill>
                  <a:latin typeface="Noto Sans"/>
                  <a:ea typeface="Noto Sans"/>
                  <a:cs typeface="Noto Sans"/>
                  <a:sym typeface="Noto Sans"/>
                </a:rPr>
                <a:t>. With reliable data on gaps in access and differences in outcomes between groups of students, countries can determine whether all students are given </a:t>
              </a:r>
              <a:r>
                <a:rPr lang="en-US" sz="2499" b="1">
                  <a:solidFill>
                    <a:srgbClr val="000000"/>
                  </a:solidFill>
                  <a:latin typeface="Noto Sans Bold"/>
                  <a:ea typeface="Noto Sans Bold"/>
                  <a:cs typeface="Noto Sans Bold"/>
                  <a:sym typeface="Noto Sans Bold"/>
                </a:rPr>
                <a:t>equal opportunities</a:t>
              </a:r>
              <a:r>
                <a:rPr lang="en-US" sz="2499">
                  <a:solidFill>
                    <a:srgbClr val="000000"/>
                  </a:solidFill>
                  <a:latin typeface="Noto Sans"/>
                  <a:ea typeface="Noto Sans"/>
                  <a:cs typeface="Noto Sans"/>
                  <a:sym typeface="Noto Sans"/>
                </a:rPr>
                <a:t> to succeed at school and beyond. </a:t>
              </a:r>
            </a:p>
          </p:txBody>
        </p:sp>
      </p:grpSp>
      <p:sp>
        <p:nvSpPr>
          <p:cNvPr id="44" name="Freeform 44"/>
          <p:cNvSpPr/>
          <p:nvPr/>
        </p:nvSpPr>
        <p:spPr>
          <a:xfrm>
            <a:off x="1973203" y="6229207"/>
            <a:ext cx="1260000" cy="1260000"/>
          </a:xfrm>
          <a:custGeom>
            <a:avLst/>
            <a:gdLst/>
            <a:ahLst/>
            <a:cxnLst/>
            <a:rect l="l" t="t" r="r" b="b"/>
            <a:pathLst>
              <a:path w="1260000" h="1260000">
                <a:moveTo>
                  <a:pt x="0" y="0"/>
                </a:moveTo>
                <a:lnTo>
                  <a:pt x="1260000" y="0"/>
                </a:lnTo>
                <a:lnTo>
                  <a:pt x="1260000" y="1260000"/>
                </a:lnTo>
                <a:lnTo>
                  <a:pt x="0" y="12600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pic>
        <p:nvPicPr>
          <p:cNvPr id="50" name="Picture 49" descr="A black background with a black square&#10;&#10;AI-generated content may be incorrect.">
            <a:extLst>
              <a:ext uri="{FF2B5EF4-FFF2-40B4-BE49-F238E27FC236}">
                <a16:creationId xmlns:a16="http://schemas.microsoft.com/office/drawing/2014/main" id="{E37095DA-7BE8-BF0B-C12D-EBA6322BB43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78177" y="3016160"/>
            <a:ext cx="850051" cy="850051"/>
          </a:xfrm>
          <a:prstGeom prst="rect">
            <a:avLst/>
          </a:prstGeom>
        </p:spPr>
      </p:pic>
      <p:pic>
        <p:nvPicPr>
          <p:cNvPr id="52" name="Picture 51">
            <a:extLst>
              <a:ext uri="{FF2B5EF4-FFF2-40B4-BE49-F238E27FC236}">
                <a16:creationId xmlns:a16="http://schemas.microsoft.com/office/drawing/2014/main" id="{657FF2A1-7BFF-5088-15EF-1ED21055E96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335103" y="4793068"/>
            <a:ext cx="781532" cy="781532"/>
          </a:xfrm>
          <a:prstGeom prst="rect">
            <a:avLst/>
          </a:prstGeom>
        </p:spPr>
      </p:pic>
      <p:pic>
        <p:nvPicPr>
          <p:cNvPr id="54" name="Picture 53" descr="A black background with a black square&#10;&#10;AI-generated content may be incorrect.">
            <a:extLst>
              <a:ext uri="{FF2B5EF4-FFF2-40B4-BE49-F238E27FC236}">
                <a16:creationId xmlns:a16="http://schemas.microsoft.com/office/drawing/2014/main" id="{F03C1462-6A56-4EE7-A34E-3C97482B8B4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111464" y="6346062"/>
            <a:ext cx="1026289" cy="1026289"/>
          </a:xfrm>
          <a:prstGeom prst="rect">
            <a:avLst/>
          </a:prstGeom>
        </p:spPr>
      </p:pic>
      <p:sp>
        <p:nvSpPr>
          <p:cNvPr id="15" name="TextBox 14">
            <a:extLst>
              <a:ext uri="{FF2B5EF4-FFF2-40B4-BE49-F238E27FC236}">
                <a16:creationId xmlns:a16="http://schemas.microsoft.com/office/drawing/2014/main" id="{AEBF8DA3-8BDC-D63D-C82E-D8A7828FC163}"/>
              </a:ext>
            </a:extLst>
          </p:cNvPr>
          <p:cNvSpPr txBox="1"/>
          <p:nvPr/>
        </p:nvSpPr>
        <p:spPr>
          <a:xfrm>
            <a:off x="594393" y="9566940"/>
            <a:ext cx="1951630" cy="400110"/>
          </a:xfrm>
          <a:custGeom>
            <a:avLst/>
            <a:gdLst>
              <a:gd name="connsiteX0" fmla="*/ 0 w 9144000"/>
              <a:gd name="connsiteY0" fmla="*/ 0 h 400110"/>
              <a:gd name="connsiteX1" fmla="*/ 9144000 w 9144000"/>
              <a:gd name="connsiteY1" fmla="*/ 0 h 400110"/>
              <a:gd name="connsiteX2" fmla="*/ 9144000 w 9144000"/>
              <a:gd name="connsiteY2" fmla="*/ 400110 h 400110"/>
              <a:gd name="connsiteX3" fmla="*/ 0 w 9144000"/>
              <a:gd name="connsiteY3" fmla="*/ 400110 h 400110"/>
              <a:gd name="connsiteX4" fmla="*/ 0 w 9144000"/>
              <a:gd name="connsiteY4" fmla="*/ 0 h 400110"/>
              <a:gd name="connsiteX0" fmla="*/ 0 w 9144000"/>
              <a:gd name="connsiteY0" fmla="*/ 0 h 400110"/>
              <a:gd name="connsiteX1" fmla="*/ 2606722 w 9144000"/>
              <a:gd name="connsiteY1" fmla="*/ 13648 h 400110"/>
              <a:gd name="connsiteX2" fmla="*/ 9144000 w 9144000"/>
              <a:gd name="connsiteY2" fmla="*/ 400110 h 400110"/>
              <a:gd name="connsiteX3" fmla="*/ 0 w 9144000"/>
              <a:gd name="connsiteY3" fmla="*/ 400110 h 400110"/>
              <a:gd name="connsiteX4" fmla="*/ 0 w 9144000"/>
              <a:gd name="connsiteY4" fmla="*/ 0 h 400110"/>
              <a:gd name="connsiteX0" fmla="*/ 0 w 2634018"/>
              <a:gd name="connsiteY0" fmla="*/ 0 h 413757"/>
              <a:gd name="connsiteX1" fmla="*/ 2606722 w 2634018"/>
              <a:gd name="connsiteY1" fmla="*/ 13648 h 413757"/>
              <a:gd name="connsiteX2" fmla="*/ 2634018 w 2634018"/>
              <a:gd name="connsiteY2" fmla="*/ 413757 h 413757"/>
              <a:gd name="connsiteX3" fmla="*/ 0 w 2634018"/>
              <a:gd name="connsiteY3" fmla="*/ 400110 h 413757"/>
              <a:gd name="connsiteX4" fmla="*/ 0 w 2634018"/>
              <a:gd name="connsiteY4" fmla="*/ 0 h 413757"/>
              <a:gd name="connsiteX0" fmla="*/ 0 w 2634018"/>
              <a:gd name="connsiteY0" fmla="*/ 13648 h 427405"/>
              <a:gd name="connsiteX1" fmla="*/ 1883391 w 2634018"/>
              <a:gd name="connsiteY1" fmla="*/ 0 h 427405"/>
              <a:gd name="connsiteX2" fmla="*/ 2634018 w 2634018"/>
              <a:gd name="connsiteY2" fmla="*/ 427405 h 427405"/>
              <a:gd name="connsiteX3" fmla="*/ 0 w 2634018"/>
              <a:gd name="connsiteY3" fmla="*/ 413758 h 427405"/>
              <a:gd name="connsiteX4" fmla="*/ 0 w 2634018"/>
              <a:gd name="connsiteY4" fmla="*/ 13648 h 427405"/>
              <a:gd name="connsiteX0" fmla="*/ 0 w 1951630"/>
              <a:gd name="connsiteY0" fmla="*/ 13648 h 441052"/>
              <a:gd name="connsiteX1" fmla="*/ 1883391 w 1951630"/>
              <a:gd name="connsiteY1" fmla="*/ 0 h 441052"/>
              <a:gd name="connsiteX2" fmla="*/ 1951630 w 1951630"/>
              <a:gd name="connsiteY2" fmla="*/ 441052 h 441052"/>
              <a:gd name="connsiteX3" fmla="*/ 0 w 1951630"/>
              <a:gd name="connsiteY3" fmla="*/ 413758 h 441052"/>
              <a:gd name="connsiteX4" fmla="*/ 0 w 1951630"/>
              <a:gd name="connsiteY4" fmla="*/ 13648 h 44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1630" h="441052">
                <a:moveTo>
                  <a:pt x="0" y="13648"/>
                </a:moveTo>
                <a:lnTo>
                  <a:pt x="1883391" y="0"/>
                </a:lnTo>
                <a:lnTo>
                  <a:pt x="1951630" y="441052"/>
                </a:lnTo>
                <a:lnTo>
                  <a:pt x="0" y="413758"/>
                </a:lnTo>
                <a:lnTo>
                  <a:pt x="0" y="13648"/>
                </a:lnTo>
                <a:close/>
              </a:path>
            </a:pathLst>
          </a:custGeom>
          <a:noFill/>
        </p:spPr>
        <p:txBody>
          <a:bodyPr wrap="square">
            <a:spAutoFit/>
          </a:bodyPr>
          <a:lstStyle/>
          <a:p>
            <a:r>
              <a:rPr lang="en-US" sz="2000" b="0" i="0">
                <a:solidFill>
                  <a:schemeClr val="bg1"/>
                </a:solidFill>
                <a:effectLst/>
                <a:latin typeface="Noto Sans" panose="020B0502040504020204" pitchFamily="34" charset="0"/>
                <a:ea typeface="Noto Sans" panose="020B0502040504020204" pitchFamily="34" charset="0"/>
                <a:cs typeface="Noto Sans" panose="020B0502040504020204" pitchFamily="34" charset="0"/>
              </a:rPr>
              <a:t>© OECD 2025</a:t>
            </a:r>
            <a:endParaRPr lang="en-US" sz="200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child looking at a tablet&#10;&#10;AI-generated content may be incorrect.">
            <a:extLst>
              <a:ext uri="{FF2B5EF4-FFF2-40B4-BE49-F238E27FC236}">
                <a16:creationId xmlns:a16="http://schemas.microsoft.com/office/drawing/2014/main" id="{ACA2D590-B914-8DBB-EA19-CE6CF5D5DB02}"/>
              </a:ext>
            </a:extLst>
          </p:cNvPr>
          <p:cNvPicPr>
            <a:picLocks noChangeAspect="1"/>
          </p:cNvPicPr>
          <p:nvPr/>
        </p:nvPicPr>
        <p:blipFill>
          <a:blip r:embed="rId2" cstate="print">
            <a:extLst>
              <a:ext uri="{28A0092B-C50C-407E-A947-70E740481C1C}">
                <a14:useLocalDpi xmlns:a14="http://schemas.microsoft.com/office/drawing/2010/main" val="0"/>
              </a:ext>
            </a:extLst>
          </a:blip>
          <a:srcRect l="21387" r="36730"/>
          <a:stretch/>
        </p:blipFill>
        <p:spPr>
          <a:xfrm>
            <a:off x="11558589" y="-26840"/>
            <a:ext cx="6088898" cy="9691999"/>
          </a:xfrm>
          <a:prstGeom prst="rect">
            <a:avLst/>
          </a:prstGeom>
        </p:spPr>
      </p:pic>
      <p:grpSp>
        <p:nvGrpSpPr>
          <p:cNvPr id="2" name="Group 2"/>
          <p:cNvGrpSpPr/>
          <p:nvPr/>
        </p:nvGrpSpPr>
        <p:grpSpPr>
          <a:xfrm>
            <a:off x="8285163" y="10071100"/>
            <a:ext cx="1746250" cy="152400"/>
            <a:chOff x="0" y="0"/>
            <a:chExt cx="2328333" cy="203200"/>
          </a:xfrm>
        </p:grpSpPr>
        <p:sp>
          <p:nvSpPr>
            <p:cNvPr id="3" name="Freeform 3"/>
            <p:cNvSpPr/>
            <p:nvPr/>
          </p:nvSpPr>
          <p:spPr>
            <a:xfrm>
              <a:off x="0" y="0"/>
              <a:ext cx="2328333" cy="203200"/>
            </a:xfrm>
            <a:custGeom>
              <a:avLst/>
              <a:gdLst/>
              <a:ahLst/>
              <a:cxnLst/>
              <a:rect l="l" t="t" r="r" b="b"/>
              <a:pathLst>
                <a:path w="2328333" h="203200">
                  <a:moveTo>
                    <a:pt x="0" y="0"/>
                  </a:moveTo>
                  <a:lnTo>
                    <a:pt x="2328333" y="0"/>
                  </a:lnTo>
                  <a:lnTo>
                    <a:pt x="2328333" y="203200"/>
                  </a:lnTo>
                  <a:lnTo>
                    <a:pt x="0" y="203200"/>
                  </a:lnTo>
                  <a:close/>
                </a:path>
              </a:pathLst>
            </a:custGeom>
            <a:solidFill>
              <a:srgbClr val="000000">
                <a:alpha val="0"/>
              </a:srgbClr>
            </a:solidFill>
          </p:spPr>
          <p:txBody>
            <a:bodyPr/>
            <a:lstStyle/>
            <a:p>
              <a:endParaRPr lang="en-US"/>
            </a:p>
          </p:txBody>
        </p:sp>
        <p:sp>
          <p:nvSpPr>
            <p:cNvPr id="4" name="TextBox 4"/>
            <p:cNvSpPr txBox="1"/>
            <p:nvPr/>
          </p:nvSpPr>
          <p:spPr>
            <a:xfrm>
              <a:off x="0" y="-28575"/>
              <a:ext cx="2328333" cy="231775"/>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7" name="Group 7"/>
          <p:cNvGrpSpPr/>
          <p:nvPr/>
        </p:nvGrpSpPr>
        <p:grpSpPr>
          <a:xfrm>
            <a:off x="27205" y="5771666"/>
            <a:ext cx="10564936" cy="5413738"/>
            <a:chOff x="0" y="-832010"/>
            <a:chExt cx="14086582" cy="7218316"/>
          </a:xfrm>
        </p:grpSpPr>
        <p:sp>
          <p:nvSpPr>
            <p:cNvPr id="8" name="Freeform 8"/>
            <p:cNvSpPr/>
            <p:nvPr/>
          </p:nvSpPr>
          <p:spPr>
            <a:xfrm>
              <a:off x="0" y="0"/>
              <a:ext cx="14014014" cy="6386306"/>
            </a:xfrm>
            <a:custGeom>
              <a:avLst/>
              <a:gdLst/>
              <a:ahLst/>
              <a:cxnLst/>
              <a:rect l="l" t="t" r="r" b="b"/>
              <a:pathLst>
                <a:path w="14014014" h="6386306">
                  <a:moveTo>
                    <a:pt x="0" y="0"/>
                  </a:moveTo>
                  <a:lnTo>
                    <a:pt x="14014014" y="0"/>
                  </a:lnTo>
                  <a:lnTo>
                    <a:pt x="14014014" y="6386306"/>
                  </a:lnTo>
                  <a:lnTo>
                    <a:pt x="0" y="6386306"/>
                  </a:lnTo>
                  <a:close/>
                </a:path>
              </a:pathLst>
            </a:custGeom>
            <a:solidFill>
              <a:srgbClr val="000000">
                <a:alpha val="0"/>
              </a:srgbClr>
            </a:solidFill>
          </p:spPr>
          <p:txBody>
            <a:bodyPr/>
            <a:lstStyle/>
            <a:p>
              <a:endParaRPr lang="en-US"/>
            </a:p>
          </p:txBody>
        </p:sp>
        <p:sp>
          <p:nvSpPr>
            <p:cNvPr id="9" name="TextBox 9"/>
            <p:cNvSpPr txBox="1"/>
            <p:nvPr/>
          </p:nvSpPr>
          <p:spPr>
            <a:xfrm>
              <a:off x="72567" y="-832010"/>
              <a:ext cx="14014015" cy="6386304"/>
            </a:xfrm>
            <a:prstGeom prst="rect">
              <a:avLst/>
            </a:prstGeom>
          </p:spPr>
          <p:txBody>
            <a:bodyPr lIns="0" tIns="0" rIns="0" bIns="0" rtlCol="0" anchor="t"/>
            <a:lstStyle/>
            <a:p>
              <a:pPr marL="1117759" lvl="3" indent="-342900" algn="l">
                <a:buFont typeface="Arial" panose="020B0604020202020204" pitchFamily="34" charset="0"/>
                <a:buChar char="•"/>
              </a:pP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PISA is a </a:t>
              </a:r>
              <a:r>
                <a:rPr lang="en-US" sz="2499" b="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Bold"/>
                </a:rPr>
                <a:t>computer-based assessment</a:t>
              </a: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 that is </a:t>
              </a:r>
              <a:r>
                <a:rPr lang="en-US" sz="2499" b="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Bold"/>
                </a:rPr>
                <a:t>adaptive </a:t>
              </a: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and appropriate for both low- and high-performing students. </a:t>
              </a:r>
            </a:p>
            <a:p>
              <a:pPr marL="774859" lvl="3" algn="l"/>
              <a:endPar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endParaRPr>
            </a:p>
            <a:p>
              <a:pPr marL="1117759" lvl="3" indent="-342900" algn="l">
                <a:buFont typeface="Arial" panose="020B0604020202020204" pitchFamily="34" charset="0"/>
                <a:buChar char="•"/>
              </a:pP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There is an </a:t>
              </a:r>
              <a:r>
                <a:rPr lang="en-US" sz="2499" b="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Bold"/>
                </a:rPr>
                <a:t>online </a:t>
              </a: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and </a:t>
              </a:r>
              <a:r>
                <a:rPr lang="en-US" sz="2499" b="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Bold"/>
                </a:rPr>
                <a:t>offline </a:t>
              </a: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version of the survey available to the students.</a:t>
              </a:r>
            </a:p>
            <a:p>
              <a:pPr marL="1033145" lvl="3" indent="-258286" algn="l"/>
              <a:endParaRPr lang="en-US" sz="2499">
                <a:solidFill>
                  <a:srgbClr val="000000"/>
                </a:solidFill>
                <a:latin typeface="Noto Sans"/>
                <a:ea typeface="Noto Sans"/>
                <a:cs typeface="Noto Sans"/>
                <a:sym typeface="Noto Sans"/>
              </a:endParaRPr>
            </a:p>
            <a:p>
              <a:pPr marL="1033145" lvl="3" indent="-258286" algn="l"/>
              <a:endParaRPr lang="en-US" sz="2499">
                <a:solidFill>
                  <a:srgbClr val="000000"/>
                </a:solidFill>
                <a:latin typeface="Noto Sans"/>
                <a:ea typeface="Noto Sans"/>
                <a:cs typeface="Noto Sans"/>
                <a:sym typeface="Noto Sans"/>
              </a:endParaRPr>
            </a:p>
            <a:p>
              <a:pPr marL="1033145" lvl="3" indent="-258286" algn="l"/>
              <a:endParaRPr lang="en-US" sz="2499">
                <a:solidFill>
                  <a:srgbClr val="000000"/>
                </a:solidFill>
                <a:latin typeface="Noto Sans"/>
                <a:ea typeface="Noto Sans"/>
                <a:cs typeface="Noto Sans"/>
                <a:sym typeface="Noto Sans"/>
              </a:endParaRPr>
            </a:p>
            <a:p>
              <a:pPr marL="1033145" lvl="3" indent="-258286" algn="l"/>
              <a:endParaRPr lang="en-US" sz="2499">
                <a:solidFill>
                  <a:srgbClr val="000000"/>
                </a:solidFill>
                <a:latin typeface="Noto Sans"/>
                <a:ea typeface="Noto Sans"/>
                <a:cs typeface="Noto Sans"/>
                <a:sym typeface="Noto Sans"/>
              </a:endParaRPr>
            </a:p>
          </p:txBody>
        </p:sp>
      </p:grpSp>
      <p:grpSp>
        <p:nvGrpSpPr>
          <p:cNvPr id="10" name="Group 10"/>
          <p:cNvGrpSpPr/>
          <p:nvPr/>
        </p:nvGrpSpPr>
        <p:grpSpPr>
          <a:xfrm>
            <a:off x="17576409" y="0"/>
            <a:ext cx="936180" cy="10287014"/>
            <a:chOff x="0" y="0"/>
            <a:chExt cx="959994" cy="13716019"/>
          </a:xfrm>
        </p:grpSpPr>
        <p:sp>
          <p:nvSpPr>
            <p:cNvPr id="11" name="Freeform 11"/>
            <p:cNvSpPr/>
            <p:nvPr/>
          </p:nvSpPr>
          <p:spPr>
            <a:xfrm>
              <a:off x="0" y="0"/>
              <a:ext cx="959993" cy="13716000"/>
            </a:xfrm>
            <a:custGeom>
              <a:avLst/>
              <a:gdLst/>
              <a:ahLst/>
              <a:cxnLst/>
              <a:rect l="l" t="t" r="r" b="b"/>
              <a:pathLst>
                <a:path w="959993" h="13716000">
                  <a:moveTo>
                    <a:pt x="0" y="0"/>
                  </a:moveTo>
                  <a:lnTo>
                    <a:pt x="959993" y="0"/>
                  </a:lnTo>
                  <a:lnTo>
                    <a:pt x="959993" y="13716000"/>
                  </a:lnTo>
                  <a:lnTo>
                    <a:pt x="0" y="13716000"/>
                  </a:lnTo>
                  <a:close/>
                </a:path>
              </a:pathLst>
            </a:custGeom>
            <a:solidFill>
              <a:srgbClr val="262964"/>
            </a:solidFill>
          </p:spPr>
          <p:txBody>
            <a:bodyPr/>
            <a:lstStyle/>
            <a:p>
              <a:endParaRPr lang="en-US"/>
            </a:p>
          </p:txBody>
        </p:sp>
      </p:grpSp>
      <p:grpSp>
        <p:nvGrpSpPr>
          <p:cNvPr id="12" name="Group 12"/>
          <p:cNvGrpSpPr/>
          <p:nvPr/>
        </p:nvGrpSpPr>
        <p:grpSpPr>
          <a:xfrm rot="-5400000">
            <a:off x="8700027" y="866599"/>
            <a:ext cx="833522" cy="18288014"/>
            <a:chOff x="0" y="0"/>
            <a:chExt cx="959994" cy="24384019"/>
          </a:xfrm>
        </p:grpSpPr>
        <p:sp>
          <p:nvSpPr>
            <p:cNvPr id="13" name="Freeform 13"/>
            <p:cNvSpPr/>
            <p:nvPr/>
          </p:nvSpPr>
          <p:spPr>
            <a:xfrm>
              <a:off x="0" y="0"/>
              <a:ext cx="959993" cy="24384000"/>
            </a:xfrm>
            <a:custGeom>
              <a:avLst/>
              <a:gdLst/>
              <a:ahLst/>
              <a:cxnLst/>
              <a:rect l="l" t="t" r="r" b="b"/>
              <a:pathLst>
                <a:path w="959993" h="24384000">
                  <a:moveTo>
                    <a:pt x="0" y="0"/>
                  </a:moveTo>
                  <a:lnTo>
                    <a:pt x="959993" y="0"/>
                  </a:lnTo>
                  <a:lnTo>
                    <a:pt x="959993" y="24384000"/>
                  </a:lnTo>
                  <a:lnTo>
                    <a:pt x="0" y="24384000"/>
                  </a:lnTo>
                  <a:close/>
                </a:path>
              </a:pathLst>
            </a:custGeom>
            <a:solidFill>
              <a:srgbClr val="262964"/>
            </a:solidFill>
          </p:spPr>
          <p:txBody>
            <a:bodyPr/>
            <a:lstStyle/>
            <a:p>
              <a:endParaRPr lang="en-US"/>
            </a:p>
          </p:txBody>
        </p:sp>
      </p:grpSp>
      <p:sp>
        <p:nvSpPr>
          <p:cNvPr id="16" name="TextBox 16"/>
          <p:cNvSpPr txBox="1"/>
          <p:nvPr/>
        </p:nvSpPr>
        <p:spPr>
          <a:xfrm>
            <a:off x="795761" y="932457"/>
            <a:ext cx="9536104" cy="514975"/>
          </a:xfrm>
          <a:prstGeom prst="rect">
            <a:avLst/>
          </a:prstGeom>
        </p:spPr>
        <p:txBody>
          <a:bodyPr lIns="0" tIns="0" rIns="0" bIns="0" rtlCol="0" anchor="t"/>
          <a:lstStyle/>
          <a:p>
            <a:pPr algn="l">
              <a:lnSpc>
                <a:spcPts val="3240"/>
              </a:lnSpc>
            </a:pPr>
            <a:r>
              <a:rPr lang="en-US" sz="2700" b="1">
                <a:solidFill>
                  <a:srgbClr val="262964"/>
                </a:solidFill>
                <a:latin typeface="Noto Sans Bold"/>
                <a:ea typeface="Noto Sans Bold"/>
                <a:cs typeface="Noto Sans Bold"/>
                <a:sym typeface="Noto Sans Bold"/>
              </a:rPr>
              <a:t>PISA collects data on students, schools and systems:</a:t>
            </a:r>
          </a:p>
        </p:txBody>
      </p:sp>
      <p:grpSp>
        <p:nvGrpSpPr>
          <p:cNvPr id="17" name="Group 17"/>
          <p:cNvGrpSpPr/>
          <p:nvPr/>
        </p:nvGrpSpPr>
        <p:grpSpPr>
          <a:xfrm>
            <a:off x="597291" y="1854911"/>
            <a:ext cx="10324979" cy="1246495"/>
            <a:chOff x="0" y="0"/>
            <a:chExt cx="13766639" cy="1661993"/>
          </a:xfrm>
        </p:grpSpPr>
        <p:sp>
          <p:nvSpPr>
            <p:cNvPr id="18" name="Freeform 18"/>
            <p:cNvSpPr/>
            <p:nvPr/>
          </p:nvSpPr>
          <p:spPr>
            <a:xfrm>
              <a:off x="0" y="0"/>
              <a:ext cx="13766639" cy="1661993"/>
            </a:xfrm>
            <a:custGeom>
              <a:avLst/>
              <a:gdLst/>
              <a:ahLst/>
              <a:cxnLst/>
              <a:rect l="l" t="t" r="r" b="b"/>
              <a:pathLst>
                <a:path w="13766639" h="1661993">
                  <a:moveTo>
                    <a:pt x="0" y="0"/>
                  </a:moveTo>
                  <a:lnTo>
                    <a:pt x="13766639" y="0"/>
                  </a:lnTo>
                  <a:lnTo>
                    <a:pt x="13766639" y="1661993"/>
                  </a:lnTo>
                  <a:lnTo>
                    <a:pt x="0" y="1661993"/>
                  </a:lnTo>
                  <a:close/>
                </a:path>
              </a:pathLst>
            </a:custGeom>
            <a:solidFill>
              <a:srgbClr val="000000">
                <a:alpha val="0"/>
              </a:srgbClr>
            </a:solidFill>
          </p:spPr>
          <p:txBody>
            <a:bodyPr/>
            <a:lstStyle/>
            <a:p>
              <a:endParaRPr lang="en-US"/>
            </a:p>
          </p:txBody>
        </p:sp>
        <p:sp>
          <p:nvSpPr>
            <p:cNvPr id="19" name="TextBox 19"/>
            <p:cNvSpPr txBox="1"/>
            <p:nvPr/>
          </p:nvSpPr>
          <p:spPr>
            <a:xfrm>
              <a:off x="0" y="0"/>
              <a:ext cx="13766639" cy="1661993"/>
            </a:xfrm>
            <a:prstGeom prst="rect">
              <a:avLst/>
            </a:prstGeom>
          </p:spPr>
          <p:txBody>
            <a:bodyPr lIns="0" tIns="0" rIns="0" bIns="0" rtlCol="0" anchor="t"/>
            <a:lstStyle/>
            <a:p>
              <a:pPr marL="301625" lvl="1" indent="-150812" algn="l">
                <a:lnSpc>
                  <a:spcPts val="2999"/>
                </a:lnSpc>
                <a:buFont typeface="Arial"/>
                <a:buChar char="•"/>
              </a:pPr>
              <a:endParaRPr lang="en-US" sz="2499">
                <a:solidFill>
                  <a:srgbClr val="000000"/>
                </a:solidFill>
                <a:latin typeface="Noto Sans"/>
                <a:ea typeface="Noto Sans"/>
                <a:cs typeface="Noto Sans"/>
                <a:sym typeface="Noto Sans"/>
              </a:endParaRPr>
            </a:p>
          </p:txBody>
        </p:sp>
      </p:grpSp>
      <p:grpSp>
        <p:nvGrpSpPr>
          <p:cNvPr id="20" name="Group 20"/>
          <p:cNvGrpSpPr/>
          <p:nvPr/>
        </p:nvGrpSpPr>
        <p:grpSpPr>
          <a:xfrm>
            <a:off x="597291" y="3244577"/>
            <a:ext cx="10146909" cy="1631216"/>
            <a:chOff x="0" y="0"/>
            <a:chExt cx="13529212" cy="2174955"/>
          </a:xfrm>
        </p:grpSpPr>
        <p:sp>
          <p:nvSpPr>
            <p:cNvPr id="21" name="Freeform 21"/>
            <p:cNvSpPr/>
            <p:nvPr/>
          </p:nvSpPr>
          <p:spPr>
            <a:xfrm>
              <a:off x="0" y="0"/>
              <a:ext cx="13529211" cy="2174955"/>
            </a:xfrm>
            <a:custGeom>
              <a:avLst/>
              <a:gdLst/>
              <a:ahLst/>
              <a:cxnLst/>
              <a:rect l="l" t="t" r="r" b="b"/>
              <a:pathLst>
                <a:path w="13529211" h="2174955">
                  <a:moveTo>
                    <a:pt x="0" y="0"/>
                  </a:moveTo>
                  <a:lnTo>
                    <a:pt x="13529211" y="0"/>
                  </a:lnTo>
                  <a:lnTo>
                    <a:pt x="13529211" y="2174955"/>
                  </a:lnTo>
                  <a:lnTo>
                    <a:pt x="0" y="2174955"/>
                  </a:lnTo>
                  <a:close/>
                </a:path>
              </a:pathLst>
            </a:custGeom>
            <a:solidFill>
              <a:srgbClr val="000000">
                <a:alpha val="0"/>
              </a:srgbClr>
            </a:solidFill>
          </p:spPr>
          <p:txBody>
            <a:bodyPr/>
            <a:lstStyle/>
            <a:p>
              <a:endParaRPr lang="en-US"/>
            </a:p>
          </p:txBody>
        </p:sp>
        <p:sp>
          <p:nvSpPr>
            <p:cNvPr id="22" name="TextBox 22"/>
            <p:cNvSpPr txBox="1"/>
            <p:nvPr/>
          </p:nvSpPr>
          <p:spPr>
            <a:xfrm>
              <a:off x="0" y="0"/>
              <a:ext cx="13529212" cy="2174955"/>
            </a:xfrm>
            <a:prstGeom prst="rect">
              <a:avLst/>
            </a:prstGeom>
          </p:spPr>
          <p:txBody>
            <a:bodyPr lIns="0" tIns="0" rIns="0" bIns="0" rtlCol="0" anchor="t"/>
            <a:lstStyle/>
            <a:p>
              <a:pPr marL="301625" lvl="1" indent="-150812" algn="l">
                <a:lnSpc>
                  <a:spcPts val="2999"/>
                </a:lnSpc>
              </a:pPr>
              <a:endParaRPr lang="en-US" sz="2499">
                <a:solidFill>
                  <a:srgbClr val="000000"/>
                </a:solidFill>
                <a:latin typeface="Noto Sans"/>
                <a:ea typeface="Noto Sans"/>
                <a:cs typeface="Noto Sans"/>
                <a:sym typeface="Noto Sans"/>
              </a:endParaRPr>
            </a:p>
          </p:txBody>
        </p:sp>
      </p:grpSp>
      <p:sp>
        <p:nvSpPr>
          <p:cNvPr id="25" name="TextBox 25"/>
          <p:cNvSpPr txBox="1"/>
          <p:nvPr/>
        </p:nvSpPr>
        <p:spPr>
          <a:xfrm>
            <a:off x="795761" y="4693652"/>
            <a:ext cx="9536104" cy="899696"/>
          </a:xfrm>
          <a:prstGeom prst="rect">
            <a:avLst/>
          </a:prstGeom>
        </p:spPr>
        <p:txBody>
          <a:bodyPr lIns="0" tIns="0" rIns="0" bIns="0" rtlCol="0" anchor="t"/>
          <a:lstStyle/>
          <a:p>
            <a:pPr algn="l">
              <a:lnSpc>
                <a:spcPts val="3240"/>
              </a:lnSpc>
            </a:pPr>
            <a:endParaRPr/>
          </a:p>
          <a:p>
            <a:pPr algn="l">
              <a:lnSpc>
                <a:spcPts val="3240"/>
              </a:lnSpc>
            </a:pPr>
            <a:r>
              <a:rPr lang="en-US" sz="2700" b="1">
                <a:solidFill>
                  <a:srgbClr val="262964"/>
                </a:solidFill>
                <a:latin typeface="Noto Sans Bold"/>
                <a:ea typeface="Noto Sans Bold"/>
                <a:cs typeface="Noto Sans Bold"/>
                <a:sym typeface="Noto Sans Bold"/>
              </a:rPr>
              <a:t>PISA adapts to different countries’ needs: </a:t>
            </a:r>
          </a:p>
        </p:txBody>
      </p:sp>
      <p:sp>
        <p:nvSpPr>
          <p:cNvPr id="26" name="TextBox 9">
            <a:extLst>
              <a:ext uri="{FF2B5EF4-FFF2-40B4-BE49-F238E27FC236}">
                <a16:creationId xmlns:a16="http://schemas.microsoft.com/office/drawing/2014/main" id="{1F286F17-406C-B015-B66F-9A1B1E516F43}"/>
              </a:ext>
            </a:extLst>
          </p:cNvPr>
          <p:cNvSpPr txBox="1"/>
          <p:nvPr/>
        </p:nvSpPr>
        <p:spPr>
          <a:xfrm>
            <a:off x="114967" y="1616133"/>
            <a:ext cx="10510511" cy="2899201"/>
          </a:xfrm>
          <a:prstGeom prst="rect">
            <a:avLst/>
          </a:prstGeom>
        </p:spPr>
        <p:txBody>
          <a:bodyPr lIns="0" tIns="0" rIns="0" bIns="0" rtlCol="0" anchor="t"/>
          <a:lstStyle/>
          <a:p>
            <a:pPr marL="1117759" lvl="3" indent="-342900" algn="l">
              <a:lnSpc>
                <a:spcPts val="2999"/>
              </a:lnSpc>
              <a:buFont typeface="Arial" panose="020B0604020202020204" pitchFamily="34" charset="0"/>
              <a:buChar char="•"/>
            </a:pPr>
            <a:r>
              <a:rPr lang="en-GB"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Students complete a 35-minute </a:t>
            </a:r>
            <a:r>
              <a:rPr lang="en-GB" sz="2499" b="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questionnaire</a:t>
            </a:r>
            <a:r>
              <a:rPr lang="en-GB"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 on their background, well-being, learning strategies, attitudes towards reading and motivation. </a:t>
            </a:r>
          </a:p>
          <a:p>
            <a:pPr marL="774859" lvl="3" algn="l">
              <a:lnSpc>
                <a:spcPts val="2999"/>
              </a:lnSpc>
            </a:pPr>
            <a:endParaRPr lang="en-GB"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endParaRPr>
          </a:p>
          <a:p>
            <a:pPr marL="1117759" lvl="3" indent="-342900">
              <a:lnSpc>
                <a:spcPts val="2999"/>
              </a:lnSpc>
              <a:buFont typeface="Arial" panose="020B0604020202020204" pitchFamily="34" charset="0"/>
              <a:buChar char="•"/>
            </a:pPr>
            <a:r>
              <a:rPr lang="en-US" sz="2499" b="1">
                <a:solidFill>
                  <a:srgbClr val="000000"/>
                </a:solidFill>
                <a:latin typeface="Noto Sans Bold"/>
                <a:ea typeface="Noto Sans Bold"/>
                <a:cs typeface="Noto Sans Bold"/>
                <a:sym typeface="Noto Sans Bold"/>
              </a:rPr>
              <a:t>School principals</a:t>
            </a:r>
            <a:r>
              <a:rPr lang="en-US" sz="2499">
                <a:solidFill>
                  <a:srgbClr val="000000"/>
                </a:solidFill>
                <a:latin typeface="Noto Sans"/>
                <a:ea typeface="Noto Sans"/>
                <a:cs typeface="Noto Sans"/>
                <a:sym typeface="Noto Sans"/>
              </a:rPr>
              <a:t> and </a:t>
            </a:r>
            <a:r>
              <a:rPr lang="en-US" sz="2499" b="1">
                <a:solidFill>
                  <a:srgbClr val="000000"/>
                </a:solidFill>
                <a:latin typeface="Noto Sans Bold"/>
                <a:ea typeface="Noto Sans Bold"/>
                <a:cs typeface="Noto Sans Bold"/>
                <a:sym typeface="Noto Sans Bold"/>
              </a:rPr>
              <a:t>system leaders</a:t>
            </a:r>
            <a:r>
              <a:rPr lang="en-US" sz="2499">
                <a:solidFill>
                  <a:srgbClr val="000000"/>
                </a:solidFill>
                <a:latin typeface="Noto Sans"/>
                <a:ea typeface="Noto Sans"/>
                <a:cs typeface="Noto Sans"/>
                <a:sym typeface="Noto Sans"/>
              </a:rPr>
              <a:t> provide data on school policies, practices, resources </a:t>
            </a: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rPr>
              <a:t>and </a:t>
            </a:r>
            <a:r>
              <a:rPr lang="en-US"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Bold"/>
              </a:rPr>
              <a:t>i</a:t>
            </a:r>
            <a:r>
              <a:rPr lang="en-US" sz="2499">
                <a:solidFill>
                  <a:srgbClr val="000000"/>
                </a:solidFill>
                <a:latin typeface="Noto Sans"/>
                <a:ea typeface="Noto Sans"/>
                <a:cs typeface="Noto Sans"/>
                <a:sym typeface="Noto Sans"/>
              </a:rPr>
              <a:t>nstitutional factors</a:t>
            </a:r>
            <a:r>
              <a:rPr lang="en-US" sz="2499" b="1">
                <a:solidFill>
                  <a:srgbClr val="000000"/>
                </a:solidFill>
                <a:latin typeface="Noto Sans Bold"/>
                <a:ea typeface="Noto Sans Bold"/>
                <a:cs typeface="Noto Sans Bold"/>
                <a:sym typeface="Noto Sans Bold"/>
              </a:rPr>
              <a:t> </a:t>
            </a:r>
            <a:r>
              <a:rPr lang="en-US" sz="2499">
                <a:solidFill>
                  <a:srgbClr val="000000"/>
                </a:solidFill>
                <a:latin typeface="Noto Sans"/>
                <a:ea typeface="Noto Sans"/>
                <a:cs typeface="Noto Sans"/>
                <a:sym typeface="Noto Sans"/>
              </a:rPr>
              <a:t>that help explain performance differences.</a:t>
            </a:r>
          </a:p>
          <a:p>
            <a:pPr marL="774859" lvl="3" algn="l">
              <a:lnSpc>
                <a:spcPts val="2999"/>
              </a:lnSpc>
            </a:pPr>
            <a:endParaRPr lang="en-GB" sz="2499">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a:endParaRPr>
          </a:p>
          <a:p>
            <a:pPr marL="1033145" lvl="3" indent="-258286" algn="l">
              <a:lnSpc>
                <a:spcPts val="2999"/>
              </a:lnSpc>
            </a:pPr>
            <a:endParaRPr lang="en-US" sz="2499">
              <a:solidFill>
                <a:srgbClr val="000000"/>
              </a:solidFill>
              <a:latin typeface="Noto Sans"/>
              <a:ea typeface="Noto Sans"/>
              <a:cs typeface="Noto Sans"/>
              <a:sym typeface="Noto Sans"/>
            </a:endParaRPr>
          </a:p>
          <a:p>
            <a:pPr marL="1033145" lvl="3" indent="-258286" algn="l">
              <a:lnSpc>
                <a:spcPts val="2999"/>
              </a:lnSpc>
            </a:pPr>
            <a:endParaRPr lang="en-US" sz="2499">
              <a:solidFill>
                <a:srgbClr val="000000"/>
              </a:solidFill>
              <a:latin typeface="Noto Sans"/>
              <a:ea typeface="Noto Sans"/>
              <a:cs typeface="Noto Sans"/>
              <a:sym typeface="Noto Sans"/>
            </a:endParaRPr>
          </a:p>
          <a:p>
            <a:pPr marL="1033145" lvl="3" indent="-258286" algn="l">
              <a:lnSpc>
                <a:spcPts val="2999"/>
              </a:lnSpc>
            </a:pPr>
            <a:endParaRPr lang="en-US" sz="2499">
              <a:solidFill>
                <a:srgbClr val="000000"/>
              </a:solidFill>
              <a:latin typeface="Noto Sans"/>
              <a:ea typeface="Noto Sans"/>
              <a:cs typeface="Noto Sans"/>
              <a:sym typeface="Noto Sans"/>
            </a:endParaRPr>
          </a:p>
        </p:txBody>
      </p:sp>
      <p:sp>
        <p:nvSpPr>
          <p:cNvPr id="14" name="TextBox 13">
            <a:extLst>
              <a:ext uri="{FF2B5EF4-FFF2-40B4-BE49-F238E27FC236}">
                <a16:creationId xmlns:a16="http://schemas.microsoft.com/office/drawing/2014/main" id="{C8E93DBC-BE38-41C1-35C2-94C7657B427E}"/>
              </a:ext>
            </a:extLst>
          </p:cNvPr>
          <p:cNvSpPr txBox="1"/>
          <p:nvPr/>
        </p:nvSpPr>
        <p:spPr>
          <a:xfrm>
            <a:off x="15821761" y="9583864"/>
            <a:ext cx="1951630" cy="400110"/>
          </a:xfrm>
          <a:custGeom>
            <a:avLst/>
            <a:gdLst>
              <a:gd name="connsiteX0" fmla="*/ 0 w 9144000"/>
              <a:gd name="connsiteY0" fmla="*/ 0 h 400110"/>
              <a:gd name="connsiteX1" fmla="*/ 9144000 w 9144000"/>
              <a:gd name="connsiteY1" fmla="*/ 0 h 400110"/>
              <a:gd name="connsiteX2" fmla="*/ 9144000 w 9144000"/>
              <a:gd name="connsiteY2" fmla="*/ 400110 h 400110"/>
              <a:gd name="connsiteX3" fmla="*/ 0 w 9144000"/>
              <a:gd name="connsiteY3" fmla="*/ 400110 h 400110"/>
              <a:gd name="connsiteX4" fmla="*/ 0 w 9144000"/>
              <a:gd name="connsiteY4" fmla="*/ 0 h 400110"/>
              <a:gd name="connsiteX0" fmla="*/ 0 w 9144000"/>
              <a:gd name="connsiteY0" fmla="*/ 0 h 400110"/>
              <a:gd name="connsiteX1" fmla="*/ 2606722 w 9144000"/>
              <a:gd name="connsiteY1" fmla="*/ 13648 h 400110"/>
              <a:gd name="connsiteX2" fmla="*/ 9144000 w 9144000"/>
              <a:gd name="connsiteY2" fmla="*/ 400110 h 400110"/>
              <a:gd name="connsiteX3" fmla="*/ 0 w 9144000"/>
              <a:gd name="connsiteY3" fmla="*/ 400110 h 400110"/>
              <a:gd name="connsiteX4" fmla="*/ 0 w 9144000"/>
              <a:gd name="connsiteY4" fmla="*/ 0 h 400110"/>
              <a:gd name="connsiteX0" fmla="*/ 0 w 2634018"/>
              <a:gd name="connsiteY0" fmla="*/ 0 h 413757"/>
              <a:gd name="connsiteX1" fmla="*/ 2606722 w 2634018"/>
              <a:gd name="connsiteY1" fmla="*/ 13648 h 413757"/>
              <a:gd name="connsiteX2" fmla="*/ 2634018 w 2634018"/>
              <a:gd name="connsiteY2" fmla="*/ 413757 h 413757"/>
              <a:gd name="connsiteX3" fmla="*/ 0 w 2634018"/>
              <a:gd name="connsiteY3" fmla="*/ 400110 h 413757"/>
              <a:gd name="connsiteX4" fmla="*/ 0 w 2634018"/>
              <a:gd name="connsiteY4" fmla="*/ 0 h 413757"/>
              <a:gd name="connsiteX0" fmla="*/ 0 w 2634018"/>
              <a:gd name="connsiteY0" fmla="*/ 13648 h 427405"/>
              <a:gd name="connsiteX1" fmla="*/ 1883391 w 2634018"/>
              <a:gd name="connsiteY1" fmla="*/ 0 h 427405"/>
              <a:gd name="connsiteX2" fmla="*/ 2634018 w 2634018"/>
              <a:gd name="connsiteY2" fmla="*/ 427405 h 427405"/>
              <a:gd name="connsiteX3" fmla="*/ 0 w 2634018"/>
              <a:gd name="connsiteY3" fmla="*/ 413758 h 427405"/>
              <a:gd name="connsiteX4" fmla="*/ 0 w 2634018"/>
              <a:gd name="connsiteY4" fmla="*/ 13648 h 427405"/>
              <a:gd name="connsiteX0" fmla="*/ 0 w 1951630"/>
              <a:gd name="connsiteY0" fmla="*/ 13648 h 441052"/>
              <a:gd name="connsiteX1" fmla="*/ 1883391 w 1951630"/>
              <a:gd name="connsiteY1" fmla="*/ 0 h 441052"/>
              <a:gd name="connsiteX2" fmla="*/ 1951630 w 1951630"/>
              <a:gd name="connsiteY2" fmla="*/ 441052 h 441052"/>
              <a:gd name="connsiteX3" fmla="*/ 0 w 1951630"/>
              <a:gd name="connsiteY3" fmla="*/ 413758 h 441052"/>
              <a:gd name="connsiteX4" fmla="*/ 0 w 1951630"/>
              <a:gd name="connsiteY4" fmla="*/ 13648 h 44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1630" h="441052">
                <a:moveTo>
                  <a:pt x="0" y="13648"/>
                </a:moveTo>
                <a:lnTo>
                  <a:pt x="1883391" y="0"/>
                </a:lnTo>
                <a:lnTo>
                  <a:pt x="1951630" y="441052"/>
                </a:lnTo>
                <a:lnTo>
                  <a:pt x="0" y="413758"/>
                </a:lnTo>
                <a:lnTo>
                  <a:pt x="0" y="13648"/>
                </a:lnTo>
                <a:close/>
              </a:path>
            </a:pathLst>
          </a:custGeom>
          <a:noFill/>
        </p:spPr>
        <p:txBody>
          <a:bodyPr wrap="square">
            <a:spAutoFit/>
          </a:bodyPr>
          <a:lstStyle/>
          <a:p>
            <a:r>
              <a:rPr lang="en-US" sz="2000" b="0" i="0">
                <a:solidFill>
                  <a:schemeClr val="bg1"/>
                </a:solidFill>
                <a:effectLst/>
                <a:latin typeface="Noto Sans" panose="020B0502040504020204" pitchFamily="34" charset="0"/>
                <a:ea typeface="Noto Sans" panose="020B0502040504020204" pitchFamily="34" charset="0"/>
                <a:cs typeface="Noto Sans" panose="020B0502040504020204" pitchFamily="34" charset="0"/>
              </a:rPr>
              <a:t>© OECD 2025</a:t>
            </a:r>
            <a:endParaRPr lang="en-US" sz="200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85163" y="10071100"/>
            <a:ext cx="1746250" cy="152400"/>
            <a:chOff x="0" y="0"/>
            <a:chExt cx="2328333" cy="203200"/>
          </a:xfrm>
        </p:grpSpPr>
        <p:sp>
          <p:nvSpPr>
            <p:cNvPr id="3" name="Freeform 3"/>
            <p:cNvSpPr/>
            <p:nvPr/>
          </p:nvSpPr>
          <p:spPr>
            <a:xfrm>
              <a:off x="0" y="0"/>
              <a:ext cx="2328333" cy="203200"/>
            </a:xfrm>
            <a:custGeom>
              <a:avLst/>
              <a:gdLst/>
              <a:ahLst/>
              <a:cxnLst/>
              <a:rect l="l" t="t" r="r" b="b"/>
              <a:pathLst>
                <a:path w="2328333" h="203200">
                  <a:moveTo>
                    <a:pt x="0" y="0"/>
                  </a:moveTo>
                  <a:lnTo>
                    <a:pt x="2328333" y="0"/>
                  </a:lnTo>
                  <a:lnTo>
                    <a:pt x="2328333" y="203200"/>
                  </a:lnTo>
                  <a:lnTo>
                    <a:pt x="0" y="203200"/>
                  </a:lnTo>
                  <a:close/>
                </a:path>
              </a:pathLst>
            </a:custGeom>
            <a:solidFill>
              <a:srgbClr val="000000">
                <a:alpha val="0"/>
              </a:srgbClr>
            </a:solidFill>
          </p:spPr>
          <p:txBody>
            <a:bodyPr/>
            <a:lstStyle/>
            <a:p>
              <a:endParaRPr lang="en-US"/>
            </a:p>
          </p:txBody>
        </p:sp>
        <p:sp>
          <p:nvSpPr>
            <p:cNvPr id="4" name="TextBox 4"/>
            <p:cNvSpPr txBox="1"/>
            <p:nvPr/>
          </p:nvSpPr>
          <p:spPr>
            <a:xfrm>
              <a:off x="0" y="-28575"/>
              <a:ext cx="2328333" cy="231775"/>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5" name="Group 5"/>
          <p:cNvGrpSpPr/>
          <p:nvPr/>
        </p:nvGrpSpPr>
        <p:grpSpPr>
          <a:xfrm>
            <a:off x="-312514" y="0"/>
            <a:ext cx="1032510" cy="10287014"/>
            <a:chOff x="0" y="0"/>
            <a:chExt cx="959994" cy="13716019"/>
          </a:xfrm>
        </p:grpSpPr>
        <p:sp>
          <p:nvSpPr>
            <p:cNvPr id="6" name="Freeform 6"/>
            <p:cNvSpPr/>
            <p:nvPr/>
          </p:nvSpPr>
          <p:spPr>
            <a:xfrm>
              <a:off x="0" y="0"/>
              <a:ext cx="959993" cy="13716000"/>
            </a:xfrm>
            <a:custGeom>
              <a:avLst/>
              <a:gdLst/>
              <a:ahLst/>
              <a:cxnLst/>
              <a:rect l="l" t="t" r="r" b="b"/>
              <a:pathLst>
                <a:path w="959993" h="13716000">
                  <a:moveTo>
                    <a:pt x="0" y="0"/>
                  </a:moveTo>
                  <a:lnTo>
                    <a:pt x="959993" y="0"/>
                  </a:lnTo>
                  <a:lnTo>
                    <a:pt x="959993" y="13716000"/>
                  </a:lnTo>
                  <a:lnTo>
                    <a:pt x="0" y="13716000"/>
                  </a:lnTo>
                  <a:close/>
                </a:path>
              </a:pathLst>
            </a:custGeom>
            <a:solidFill>
              <a:srgbClr val="D7ECFD"/>
            </a:solidFill>
          </p:spPr>
          <p:txBody>
            <a:bodyPr/>
            <a:lstStyle/>
            <a:p>
              <a:endParaRPr lang="en-US"/>
            </a:p>
          </p:txBody>
        </p:sp>
      </p:grpSp>
      <p:grpSp>
        <p:nvGrpSpPr>
          <p:cNvPr id="7" name="Group 7"/>
          <p:cNvGrpSpPr/>
          <p:nvPr/>
        </p:nvGrpSpPr>
        <p:grpSpPr>
          <a:xfrm rot="-5400000">
            <a:off x="8866113" y="1160774"/>
            <a:ext cx="1015662" cy="17828113"/>
            <a:chOff x="0" y="0"/>
            <a:chExt cx="960000" cy="23770817"/>
          </a:xfrm>
        </p:grpSpPr>
        <p:sp>
          <p:nvSpPr>
            <p:cNvPr id="8" name="Freeform 8"/>
            <p:cNvSpPr/>
            <p:nvPr/>
          </p:nvSpPr>
          <p:spPr>
            <a:xfrm>
              <a:off x="0" y="0"/>
              <a:ext cx="959993" cy="23770844"/>
            </a:xfrm>
            <a:custGeom>
              <a:avLst/>
              <a:gdLst/>
              <a:ahLst/>
              <a:cxnLst/>
              <a:rect l="l" t="t" r="r" b="b"/>
              <a:pathLst>
                <a:path w="959993" h="23770844">
                  <a:moveTo>
                    <a:pt x="0" y="0"/>
                  </a:moveTo>
                  <a:lnTo>
                    <a:pt x="959993" y="0"/>
                  </a:lnTo>
                  <a:lnTo>
                    <a:pt x="959993" y="23770844"/>
                  </a:lnTo>
                  <a:lnTo>
                    <a:pt x="0" y="23770844"/>
                  </a:lnTo>
                  <a:close/>
                </a:path>
              </a:pathLst>
            </a:custGeom>
            <a:solidFill>
              <a:srgbClr val="D7ECFD"/>
            </a:solidFill>
          </p:spPr>
          <p:txBody>
            <a:bodyPr/>
            <a:lstStyle/>
            <a:p>
              <a:endParaRPr lang="en-US"/>
            </a:p>
          </p:txBody>
        </p:sp>
      </p:grpSp>
      <p:sp>
        <p:nvSpPr>
          <p:cNvPr id="9" name="Freeform 9"/>
          <p:cNvSpPr/>
          <p:nvPr/>
        </p:nvSpPr>
        <p:spPr>
          <a:xfrm>
            <a:off x="1000282" y="1708644"/>
            <a:ext cx="8194314" cy="6105724"/>
          </a:xfrm>
          <a:custGeom>
            <a:avLst/>
            <a:gdLst/>
            <a:ahLst/>
            <a:cxnLst/>
            <a:rect l="l" t="t" r="r" b="b"/>
            <a:pathLst>
              <a:path w="8194314" h="6105724">
                <a:moveTo>
                  <a:pt x="0" y="0"/>
                </a:moveTo>
                <a:lnTo>
                  <a:pt x="8194314" y="0"/>
                </a:lnTo>
                <a:lnTo>
                  <a:pt x="8194314" y="6105724"/>
                </a:lnTo>
                <a:lnTo>
                  <a:pt x="0" y="6105724"/>
                </a:lnTo>
                <a:lnTo>
                  <a:pt x="0" y="0"/>
                </a:lnTo>
                <a:close/>
              </a:path>
            </a:pathLst>
          </a:custGeom>
          <a:blipFill>
            <a:blip r:embed="rId2"/>
            <a:stretch>
              <a:fillRect/>
            </a:stretch>
          </a:blipFill>
        </p:spPr>
        <p:txBody>
          <a:bodyPr/>
          <a:lstStyle/>
          <a:p>
            <a:endParaRPr lang="en-US"/>
          </a:p>
        </p:txBody>
      </p:sp>
      <p:sp>
        <p:nvSpPr>
          <p:cNvPr id="10" name="Freeform 10"/>
          <p:cNvSpPr/>
          <p:nvPr/>
        </p:nvSpPr>
        <p:spPr>
          <a:xfrm rot="651218">
            <a:off x="7167004" y="6580574"/>
            <a:ext cx="1453162" cy="2579696"/>
          </a:xfrm>
          <a:custGeom>
            <a:avLst/>
            <a:gdLst/>
            <a:ahLst/>
            <a:cxnLst/>
            <a:rect l="l" t="t" r="r" b="b"/>
            <a:pathLst>
              <a:path w="1453162" h="2579696">
                <a:moveTo>
                  <a:pt x="0" y="0"/>
                </a:moveTo>
                <a:lnTo>
                  <a:pt x="1453162" y="0"/>
                </a:lnTo>
                <a:lnTo>
                  <a:pt x="1453162" y="2579696"/>
                </a:lnTo>
                <a:lnTo>
                  <a:pt x="0" y="2579696"/>
                </a:lnTo>
                <a:lnTo>
                  <a:pt x="0" y="0"/>
                </a:lnTo>
                <a:close/>
              </a:path>
            </a:pathLst>
          </a:custGeom>
          <a:blipFill>
            <a:blip r:embed="rId3"/>
            <a:stretch>
              <a:fillRect/>
            </a:stretch>
          </a:blipFill>
        </p:spPr>
        <p:txBody>
          <a:bodyPr/>
          <a:lstStyle/>
          <a:p>
            <a:endParaRPr lang="en-US"/>
          </a:p>
        </p:txBody>
      </p:sp>
      <p:sp>
        <p:nvSpPr>
          <p:cNvPr id="11" name="Freeform 11"/>
          <p:cNvSpPr/>
          <p:nvPr/>
        </p:nvSpPr>
        <p:spPr>
          <a:xfrm>
            <a:off x="9451276" y="2512953"/>
            <a:ext cx="8646608" cy="6468068"/>
          </a:xfrm>
          <a:custGeom>
            <a:avLst/>
            <a:gdLst/>
            <a:ahLst/>
            <a:cxnLst/>
            <a:rect l="l" t="t" r="r" b="b"/>
            <a:pathLst>
              <a:path w="8646608" h="6468068">
                <a:moveTo>
                  <a:pt x="0" y="0"/>
                </a:moveTo>
                <a:lnTo>
                  <a:pt x="8646608" y="0"/>
                </a:lnTo>
                <a:lnTo>
                  <a:pt x="8646608" y="6468068"/>
                </a:lnTo>
                <a:lnTo>
                  <a:pt x="0" y="6468068"/>
                </a:lnTo>
                <a:lnTo>
                  <a:pt x="0" y="0"/>
                </a:lnTo>
                <a:close/>
              </a:path>
            </a:pathLst>
          </a:custGeom>
          <a:blipFill>
            <a:blip r:embed="rId4"/>
            <a:stretch>
              <a:fillRect/>
            </a:stretch>
          </a:blipFill>
        </p:spPr>
        <p:txBody>
          <a:bodyPr/>
          <a:lstStyle/>
          <a:p>
            <a:endParaRPr lang="en-US"/>
          </a:p>
        </p:txBody>
      </p:sp>
      <p:sp>
        <p:nvSpPr>
          <p:cNvPr id="14" name="TextBox 14"/>
          <p:cNvSpPr txBox="1"/>
          <p:nvPr/>
        </p:nvSpPr>
        <p:spPr>
          <a:xfrm>
            <a:off x="1292075" y="319884"/>
            <a:ext cx="6529593" cy="955485"/>
          </a:xfrm>
          <a:prstGeom prst="rect">
            <a:avLst/>
          </a:prstGeom>
        </p:spPr>
        <p:txBody>
          <a:bodyPr lIns="0" tIns="0" rIns="0" bIns="0" rtlCol="0" anchor="t"/>
          <a:lstStyle/>
          <a:p>
            <a:pPr algn="l">
              <a:lnSpc>
                <a:spcPts val="6403"/>
              </a:lnSpc>
            </a:pPr>
            <a:r>
              <a:rPr lang="en-US" sz="4500" b="1">
                <a:solidFill>
                  <a:srgbClr val="262964"/>
                </a:solidFill>
                <a:latin typeface="Noto Sans Bold"/>
                <a:ea typeface="Noto Sans Bold"/>
                <a:cs typeface="Noto Sans Bold"/>
                <a:sym typeface="Noto Sans Bold"/>
              </a:rPr>
              <a:t>PISA item examples</a:t>
            </a:r>
          </a:p>
        </p:txBody>
      </p:sp>
      <p:grpSp>
        <p:nvGrpSpPr>
          <p:cNvPr id="15" name="Group 15"/>
          <p:cNvGrpSpPr/>
          <p:nvPr/>
        </p:nvGrpSpPr>
        <p:grpSpPr>
          <a:xfrm>
            <a:off x="9451276" y="1413081"/>
            <a:ext cx="7847567" cy="1015663"/>
            <a:chOff x="0" y="0"/>
            <a:chExt cx="10463423" cy="1354217"/>
          </a:xfrm>
        </p:grpSpPr>
        <p:sp>
          <p:nvSpPr>
            <p:cNvPr id="16" name="Freeform 16"/>
            <p:cNvSpPr/>
            <p:nvPr/>
          </p:nvSpPr>
          <p:spPr>
            <a:xfrm>
              <a:off x="0" y="0"/>
              <a:ext cx="10463423" cy="1354217"/>
            </a:xfrm>
            <a:custGeom>
              <a:avLst/>
              <a:gdLst/>
              <a:ahLst/>
              <a:cxnLst/>
              <a:rect l="l" t="t" r="r" b="b"/>
              <a:pathLst>
                <a:path w="10463423" h="1354217">
                  <a:moveTo>
                    <a:pt x="0" y="0"/>
                  </a:moveTo>
                  <a:lnTo>
                    <a:pt x="10463423" y="0"/>
                  </a:lnTo>
                  <a:lnTo>
                    <a:pt x="10463423" y="1354217"/>
                  </a:lnTo>
                  <a:lnTo>
                    <a:pt x="0" y="1354217"/>
                  </a:lnTo>
                  <a:close/>
                </a:path>
              </a:pathLst>
            </a:custGeom>
            <a:solidFill>
              <a:srgbClr val="000000">
                <a:alpha val="0"/>
              </a:srgbClr>
            </a:solidFill>
          </p:spPr>
          <p:txBody>
            <a:bodyPr/>
            <a:lstStyle/>
            <a:p>
              <a:endParaRPr lang="en-US"/>
            </a:p>
          </p:txBody>
        </p:sp>
        <p:sp>
          <p:nvSpPr>
            <p:cNvPr id="17" name="TextBox 17"/>
            <p:cNvSpPr txBox="1"/>
            <p:nvPr/>
          </p:nvSpPr>
          <p:spPr>
            <a:xfrm>
              <a:off x="0" y="-9525"/>
              <a:ext cx="10463423" cy="1363742"/>
            </a:xfrm>
            <a:prstGeom prst="rect">
              <a:avLst/>
            </a:prstGeom>
          </p:spPr>
          <p:txBody>
            <a:bodyPr lIns="0" tIns="0" rIns="0" bIns="0" rtlCol="0" anchor="t"/>
            <a:lstStyle/>
            <a:p>
              <a:pPr algn="l">
                <a:lnSpc>
                  <a:spcPts val="2400"/>
                </a:lnSpc>
              </a:pPr>
              <a:r>
                <a:rPr lang="en-US" sz="2000">
                  <a:solidFill>
                    <a:srgbClr val="000000"/>
                  </a:solidFill>
                  <a:latin typeface="Noto Sans"/>
                  <a:ea typeface="Noto Sans"/>
                  <a:cs typeface="Noto Sans"/>
                  <a:sym typeface="Noto Sans"/>
                </a:rPr>
                <a:t>Students need to determine what calculation(s) to perform, how to use the spreadsheet to perform them, and lastly interpret the results with respect to the context.</a:t>
              </a:r>
            </a:p>
          </p:txBody>
        </p:sp>
      </p:grpSp>
      <p:grpSp>
        <p:nvGrpSpPr>
          <p:cNvPr id="18" name="Group 18"/>
          <p:cNvGrpSpPr/>
          <p:nvPr/>
        </p:nvGrpSpPr>
        <p:grpSpPr>
          <a:xfrm>
            <a:off x="2176622" y="7562693"/>
            <a:ext cx="4773010" cy="1356037"/>
            <a:chOff x="0" y="0"/>
            <a:chExt cx="6364014" cy="1808049"/>
          </a:xfrm>
        </p:grpSpPr>
        <p:sp>
          <p:nvSpPr>
            <p:cNvPr id="19" name="Freeform 19"/>
            <p:cNvSpPr/>
            <p:nvPr/>
          </p:nvSpPr>
          <p:spPr>
            <a:xfrm>
              <a:off x="0" y="0"/>
              <a:ext cx="6347335" cy="1354217"/>
            </a:xfrm>
            <a:custGeom>
              <a:avLst/>
              <a:gdLst/>
              <a:ahLst/>
              <a:cxnLst/>
              <a:rect l="l" t="t" r="r" b="b"/>
              <a:pathLst>
                <a:path w="6347335" h="1354217">
                  <a:moveTo>
                    <a:pt x="0" y="0"/>
                  </a:moveTo>
                  <a:lnTo>
                    <a:pt x="6347335" y="0"/>
                  </a:lnTo>
                  <a:lnTo>
                    <a:pt x="6347335" y="1354217"/>
                  </a:lnTo>
                  <a:lnTo>
                    <a:pt x="0" y="1354217"/>
                  </a:lnTo>
                  <a:close/>
                </a:path>
              </a:pathLst>
            </a:custGeom>
            <a:solidFill>
              <a:srgbClr val="000000">
                <a:alpha val="0"/>
              </a:srgbClr>
            </a:solidFill>
          </p:spPr>
          <p:txBody>
            <a:bodyPr/>
            <a:lstStyle/>
            <a:p>
              <a:endParaRPr lang="en-US"/>
            </a:p>
          </p:txBody>
        </p:sp>
        <p:sp>
          <p:nvSpPr>
            <p:cNvPr id="20" name="TextBox 20"/>
            <p:cNvSpPr txBox="1"/>
            <p:nvPr/>
          </p:nvSpPr>
          <p:spPr>
            <a:xfrm>
              <a:off x="16679" y="444307"/>
              <a:ext cx="6347335" cy="1363742"/>
            </a:xfrm>
            <a:prstGeom prst="rect">
              <a:avLst/>
            </a:prstGeom>
          </p:spPr>
          <p:txBody>
            <a:bodyPr lIns="0" tIns="0" rIns="0" bIns="0" rtlCol="0" anchor="t"/>
            <a:lstStyle/>
            <a:p>
              <a:pPr algn="l">
                <a:lnSpc>
                  <a:spcPts val="2400"/>
                </a:lnSpc>
              </a:pPr>
              <a:r>
                <a:rPr lang="en-US" sz="2000">
                  <a:solidFill>
                    <a:srgbClr val="000000"/>
                  </a:solidFill>
                  <a:latin typeface="Noto Sans"/>
                  <a:ea typeface="Noto Sans"/>
                  <a:cs typeface="Noto Sans"/>
                  <a:sym typeface="Noto Sans"/>
                </a:rPr>
                <a:t>Calculator and “Help” buttons are available to students at the top of each screen if needed.</a:t>
              </a:r>
            </a:p>
          </p:txBody>
        </p:sp>
      </p:grpSp>
      <p:sp>
        <p:nvSpPr>
          <p:cNvPr id="12" name="TextBox 11">
            <a:extLst>
              <a:ext uri="{FF2B5EF4-FFF2-40B4-BE49-F238E27FC236}">
                <a16:creationId xmlns:a16="http://schemas.microsoft.com/office/drawing/2014/main" id="{29A084D0-E7AC-1E97-5933-32B28B9615D5}"/>
              </a:ext>
            </a:extLst>
          </p:cNvPr>
          <p:cNvSpPr txBox="1"/>
          <p:nvPr/>
        </p:nvSpPr>
        <p:spPr>
          <a:xfrm>
            <a:off x="719995" y="9567006"/>
            <a:ext cx="1951630" cy="400110"/>
          </a:xfrm>
          <a:custGeom>
            <a:avLst/>
            <a:gdLst>
              <a:gd name="connsiteX0" fmla="*/ 0 w 9144000"/>
              <a:gd name="connsiteY0" fmla="*/ 0 h 400110"/>
              <a:gd name="connsiteX1" fmla="*/ 9144000 w 9144000"/>
              <a:gd name="connsiteY1" fmla="*/ 0 h 400110"/>
              <a:gd name="connsiteX2" fmla="*/ 9144000 w 9144000"/>
              <a:gd name="connsiteY2" fmla="*/ 400110 h 400110"/>
              <a:gd name="connsiteX3" fmla="*/ 0 w 9144000"/>
              <a:gd name="connsiteY3" fmla="*/ 400110 h 400110"/>
              <a:gd name="connsiteX4" fmla="*/ 0 w 9144000"/>
              <a:gd name="connsiteY4" fmla="*/ 0 h 400110"/>
              <a:gd name="connsiteX0" fmla="*/ 0 w 9144000"/>
              <a:gd name="connsiteY0" fmla="*/ 0 h 400110"/>
              <a:gd name="connsiteX1" fmla="*/ 2606722 w 9144000"/>
              <a:gd name="connsiteY1" fmla="*/ 13648 h 400110"/>
              <a:gd name="connsiteX2" fmla="*/ 9144000 w 9144000"/>
              <a:gd name="connsiteY2" fmla="*/ 400110 h 400110"/>
              <a:gd name="connsiteX3" fmla="*/ 0 w 9144000"/>
              <a:gd name="connsiteY3" fmla="*/ 400110 h 400110"/>
              <a:gd name="connsiteX4" fmla="*/ 0 w 9144000"/>
              <a:gd name="connsiteY4" fmla="*/ 0 h 400110"/>
              <a:gd name="connsiteX0" fmla="*/ 0 w 2634018"/>
              <a:gd name="connsiteY0" fmla="*/ 0 h 413757"/>
              <a:gd name="connsiteX1" fmla="*/ 2606722 w 2634018"/>
              <a:gd name="connsiteY1" fmla="*/ 13648 h 413757"/>
              <a:gd name="connsiteX2" fmla="*/ 2634018 w 2634018"/>
              <a:gd name="connsiteY2" fmla="*/ 413757 h 413757"/>
              <a:gd name="connsiteX3" fmla="*/ 0 w 2634018"/>
              <a:gd name="connsiteY3" fmla="*/ 400110 h 413757"/>
              <a:gd name="connsiteX4" fmla="*/ 0 w 2634018"/>
              <a:gd name="connsiteY4" fmla="*/ 0 h 413757"/>
              <a:gd name="connsiteX0" fmla="*/ 0 w 2634018"/>
              <a:gd name="connsiteY0" fmla="*/ 13648 h 427405"/>
              <a:gd name="connsiteX1" fmla="*/ 1883391 w 2634018"/>
              <a:gd name="connsiteY1" fmla="*/ 0 h 427405"/>
              <a:gd name="connsiteX2" fmla="*/ 2634018 w 2634018"/>
              <a:gd name="connsiteY2" fmla="*/ 427405 h 427405"/>
              <a:gd name="connsiteX3" fmla="*/ 0 w 2634018"/>
              <a:gd name="connsiteY3" fmla="*/ 413758 h 427405"/>
              <a:gd name="connsiteX4" fmla="*/ 0 w 2634018"/>
              <a:gd name="connsiteY4" fmla="*/ 13648 h 427405"/>
              <a:gd name="connsiteX0" fmla="*/ 0 w 1951630"/>
              <a:gd name="connsiteY0" fmla="*/ 13648 h 441052"/>
              <a:gd name="connsiteX1" fmla="*/ 1883391 w 1951630"/>
              <a:gd name="connsiteY1" fmla="*/ 0 h 441052"/>
              <a:gd name="connsiteX2" fmla="*/ 1951630 w 1951630"/>
              <a:gd name="connsiteY2" fmla="*/ 441052 h 441052"/>
              <a:gd name="connsiteX3" fmla="*/ 0 w 1951630"/>
              <a:gd name="connsiteY3" fmla="*/ 413758 h 441052"/>
              <a:gd name="connsiteX4" fmla="*/ 0 w 1951630"/>
              <a:gd name="connsiteY4" fmla="*/ 13648 h 44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1630" h="441052">
                <a:moveTo>
                  <a:pt x="0" y="13648"/>
                </a:moveTo>
                <a:lnTo>
                  <a:pt x="1883391" y="0"/>
                </a:lnTo>
                <a:lnTo>
                  <a:pt x="1951630" y="441052"/>
                </a:lnTo>
                <a:lnTo>
                  <a:pt x="0" y="413758"/>
                </a:lnTo>
                <a:lnTo>
                  <a:pt x="0" y="13648"/>
                </a:lnTo>
                <a:close/>
              </a:path>
            </a:pathLst>
          </a:custGeom>
          <a:noFill/>
        </p:spPr>
        <p:txBody>
          <a:bodyPr wrap="square">
            <a:spAutoFit/>
          </a:bodyPr>
          <a:lstStyle/>
          <a:p>
            <a:r>
              <a:rPr lang="en-US" sz="2000" b="0" i="0">
                <a:effectLst/>
                <a:latin typeface="Noto Sans" panose="020B0502040504020204" pitchFamily="34" charset="0"/>
                <a:ea typeface="Noto Sans" panose="020B0502040504020204" pitchFamily="34" charset="0"/>
                <a:cs typeface="Noto Sans" panose="020B0502040504020204" pitchFamily="34" charset="0"/>
              </a:rPr>
              <a:t>© OECD 2025</a:t>
            </a:r>
            <a:endParaRPr lang="en-US" sz="200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85163" y="10071100"/>
            <a:ext cx="1746250" cy="152400"/>
            <a:chOff x="0" y="0"/>
            <a:chExt cx="2328333" cy="203200"/>
          </a:xfrm>
        </p:grpSpPr>
        <p:sp>
          <p:nvSpPr>
            <p:cNvPr id="3" name="Freeform 3"/>
            <p:cNvSpPr/>
            <p:nvPr/>
          </p:nvSpPr>
          <p:spPr>
            <a:xfrm>
              <a:off x="0" y="0"/>
              <a:ext cx="2328333" cy="203200"/>
            </a:xfrm>
            <a:custGeom>
              <a:avLst/>
              <a:gdLst/>
              <a:ahLst/>
              <a:cxnLst/>
              <a:rect l="l" t="t" r="r" b="b"/>
              <a:pathLst>
                <a:path w="2328333" h="203200">
                  <a:moveTo>
                    <a:pt x="0" y="0"/>
                  </a:moveTo>
                  <a:lnTo>
                    <a:pt x="2328333" y="0"/>
                  </a:lnTo>
                  <a:lnTo>
                    <a:pt x="2328333" y="203200"/>
                  </a:lnTo>
                  <a:lnTo>
                    <a:pt x="0" y="203200"/>
                  </a:lnTo>
                  <a:close/>
                </a:path>
              </a:pathLst>
            </a:custGeom>
            <a:solidFill>
              <a:srgbClr val="000000">
                <a:alpha val="0"/>
              </a:srgbClr>
            </a:solidFill>
          </p:spPr>
          <p:txBody>
            <a:bodyPr/>
            <a:lstStyle/>
            <a:p>
              <a:endParaRPr lang="en-US"/>
            </a:p>
          </p:txBody>
        </p:sp>
        <p:sp>
          <p:nvSpPr>
            <p:cNvPr id="4" name="TextBox 4"/>
            <p:cNvSpPr txBox="1"/>
            <p:nvPr/>
          </p:nvSpPr>
          <p:spPr>
            <a:xfrm>
              <a:off x="0" y="-28575"/>
              <a:ext cx="2328333" cy="231775"/>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5" name="Group 5"/>
          <p:cNvGrpSpPr/>
          <p:nvPr/>
        </p:nvGrpSpPr>
        <p:grpSpPr>
          <a:xfrm>
            <a:off x="17568000" y="0"/>
            <a:ext cx="1026274" cy="10287014"/>
            <a:chOff x="0" y="0"/>
            <a:chExt cx="959994" cy="13716019"/>
          </a:xfrm>
        </p:grpSpPr>
        <p:sp>
          <p:nvSpPr>
            <p:cNvPr id="6" name="Freeform 6"/>
            <p:cNvSpPr/>
            <p:nvPr/>
          </p:nvSpPr>
          <p:spPr>
            <a:xfrm>
              <a:off x="0" y="0"/>
              <a:ext cx="959993" cy="13716000"/>
            </a:xfrm>
            <a:custGeom>
              <a:avLst/>
              <a:gdLst/>
              <a:ahLst/>
              <a:cxnLst/>
              <a:rect l="l" t="t" r="r" b="b"/>
              <a:pathLst>
                <a:path w="959993" h="13716000">
                  <a:moveTo>
                    <a:pt x="0" y="0"/>
                  </a:moveTo>
                  <a:lnTo>
                    <a:pt x="959993" y="0"/>
                  </a:lnTo>
                  <a:lnTo>
                    <a:pt x="959993" y="13716000"/>
                  </a:lnTo>
                  <a:lnTo>
                    <a:pt x="0" y="13716000"/>
                  </a:lnTo>
                  <a:close/>
                </a:path>
              </a:pathLst>
            </a:custGeom>
            <a:solidFill>
              <a:srgbClr val="D7ECFD"/>
            </a:solidFill>
          </p:spPr>
          <p:txBody>
            <a:bodyPr/>
            <a:lstStyle/>
            <a:p>
              <a:endParaRPr lang="en-US"/>
            </a:p>
          </p:txBody>
        </p:sp>
      </p:grpSp>
      <p:grpSp>
        <p:nvGrpSpPr>
          <p:cNvPr id="7" name="Group 7"/>
          <p:cNvGrpSpPr/>
          <p:nvPr/>
        </p:nvGrpSpPr>
        <p:grpSpPr>
          <a:xfrm rot="-5400000">
            <a:off x="8305818" y="1261186"/>
            <a:ext cx="956616" cy="17568251"/>
            <a:chOff x="0" y="0"/>
            <a:chExt cx="959994" cy="23424335"/>
          </a:xfrm>
        </p:grpSpPr>
        <p:sp>
          <p:nvSpPr>
            <p:cNvPr id="8" name="Freeform 8"/>
            <p:cNvSpPr/>
            <p:nvPr/>
          </p:nvSpPr>
          <p:spPr>
            <a:xfrm>
              <a:off x="0" y="0"/>
              <a:ext cx="959993" cy="23424387"/>
            </a:xfrm>
            <a:custGeom>
              <a:avLst/>
              <a:gdLst/>
              <a:ahLst/>
              <a:cxnLst/>
              <a:rect l="l" t="t" r="r" b="b"/>
              <a:pathLst>
                <a:path w="959993" h="23424387">
                  <a:moveTo>
                    <a:pt x="0" y="0"/>
                  </a:moveTo>
                  <a:lnTo>
                    <a:pt x="959993" y="0"/>
                  </a:lnTo>
                  <a:lnTo>
                    <a:pt x="959993" y="23424387"/>
                  </a:lnTo>
                  <a:lnTo>
                    <a:pt x="0" y="23424387"/>
                  </a:lnTo>
                  <a:close/>
                </a:path>
              </a:pathLst>
            </a:custGeom>
            <a:solidFill>
              <a:srgbClr val="D7ECFD"/>
            </a:solidFill>
          </p:spPr>
          <p:txBody>
            <a:bodyPr/>
            <a:lstStyle/>
            <a:p>
              <a:endParaRPr lang="en-US"/>
            </a:p>
          </p:txBody>
        </p:sp>
      </p:grpSp>
      <p:sp>
        <p:nvSpPr>
          <p:cNvPr id="9" name="Freeform 9"/>
          <p:cNvSpPr/>
          <p:nvPr/>
        </p:nvSpPr>
        <p:spPr>
          <a:xfrm>
            <a:off x="758020" y="1467299"/>
            <a:ext cx="9753600" cy="7236823"/>
          </a:xfrm>
          <a:custGeom>
            <a:avLst/>
            <a:gdLst/>
            <a:ahLst/>
            <a:cxnLst/>
            <a:rect l="l" t="t" r="r" b="b"/>
            <a:pathLst>
              <a:path w="9753600" h="7236823">
                <a:moveTo>
                  <a:pt x="0" y="0"/>
                </a:moveTo>
                <a:lnTo>
                  <a:pt x="9753600" y="0"/>
                </a:lnTo>
                <a:lnTo>
                  <a:pt x="9753600" y="7236823"/>
                </a:lnTo>
                <a:lnTo>
                  <a:pt x="0" y="7236823"/>
                </a:lnTo>
                <a:lnTo>
                  <a:pt x="0" y="0"/>
                </a:lnTo>
                <a:close/>
              </a:path>
            </a:pathLst>
          </a:custGeom>
          <a:blipFill>
            <a:blip r:embed="rId2"/>
            <a:stretch>
              <a:fillRect t="-657" b="-425"/>
            </a:stretch>
          </a:blipFill>
        </p:spPr>
        <p:txBody>
          <a:bodyPr/>
          <a:lstStyle/>
          <a:p>
            <a:endParaRPr lang="en-US"/>
          </a:p>
        </p:txBody>
      </p:sp>
      <p:sp>
        <p:nvSpPr>
          <p:cNvPr id="10" name="Freeform 10"/>
          <p:cNvSpPr/>
          <p:nvPr/>
        </p:nvSpPr>
        <p:spPr>
          <a:xfrm>
            <a:off x="12653181" y="3183959"/>
            <a:ext cx="3470102" cy="5724047"/>
          </a:xfrm>
          <a:custGeom>
            <a:avLst/>
            <a:gdLst/>
            <a:ahLst/>
            <a:cxnLst/>
            <a:rect l="l" t="t" r="r" b="b"/>
            <a:pathLst>
              <a:path w="3470102" h="5724047">
                <a:moveTo>
                  <a:pt x="0" y="0"/>
                </a:moveTo>
                <a:lnTo>
                  <a:pt x="3470102" y="0"/>
                </a:lnTo>
                <a:lnTo>
                  <a:pt x="3470102" y="5724047"/>
                </a:lnTo>
                <a:lnTo>
                  <a:pt x="0" y="5724047"/>
                </a:lnTo>
                <a:lnTo>
                  <a:pt x="0" y="0"/>
                </a:lnTo>
                <a:close/>
              </a:path>
            </a:pathLst>
          </a:custGeom>
          <a:blipFill>
            <a:blip r:embed="rId3"/>
            <a:stretch>
              <a:fillRect/>
            </a:stretch>
          </a:blipFill>
        </p:spPr>
        <p:txBody>
          <a:bodyPr/>
          <a:lstStyle/>
          <a:p>
            <a:endParaRPr lang="en-US"/>
          </a:p>
        </p:txBody>
      </p:sp>
      <p:grpSp>
        <p:nvGrpSpPr>
          <p:cNvPr id="11" name="Group 11"/>
          <p:cNvGrpSpPr/>
          <p:nvPr/>
        </p:nvGrpSpPr>
        <p:grpSpPr>
          <a:xfrm>
            <a:off x="11627198" y="1467299"/>
            <a:ext cx="5430229" cy="1788978"/>
            <a:chOff x="-15164" y="0"/>
            <a:chExt cx="7240306" cy="2385304"/>
          </a:xfrm>
        </p:grpSpPr>
        <p:sp>
          <p:nvSpPr>
            <p:cNvPr id="12" name="Freeform 12"/>
            <p:cNvSpPr/>
            <p:nvPr/>
          </p:nvSpPr>
          <p:spPr>
            <a:xfrm>
              <a:off x="0" y="0"/>
              <a:ext cx="6736855" cy="2174955"/>
            </a:xfrm>
            <a:custGeom>
              <a:avLst/>
              <a:gdLst/>
              <a:ahLst/>
              <a:cxnLst/>
              <a:rect l="l" t="t" r="r" b="b"/>
              <a:pathLst>
                <a:path w="6736855" h="2174955">
                  <a:moveTo>
                    <a:pt x="0" y="0"/>
                  </a:moveTo>
                  <a:lnTo>
                    <a:pt x="6736855" y="0"/>
                  </a:lnTo>
                  <a:lnTo>
                    <a:pt x="6736855" y="2174955"/>
                  </a:lnTo>
                  <a:lnTo>
                    <a:pt x="0" y="2174955"/>
                  </a:lnTo>
                  <a:close/>
                </a:path>
              </a:pathLst>
            </a:custGeom>
            <a:solidFill>
              <a:srgbClr val="000000">
                <a:alpha val="0"/>
              </a:srgbClr>
            </a:solidFill>
          </p:spPr>
          <p:txBody>
            <a:bodyPr/>
            <a:lstStyle/>
            <a:p>
              <a:endParaRPr lang="en-US"/>
            </a:p>
          </p:txBody>
        </p:sp>
        <p:sp>
          <p:nvSpPr>
            <p:cNvPr id="13" name="TextBox 13"/>
            <p:cNvSpPr txBox="1"/>
            <p:nvPr/>
          </p:nvSpPr>
          <p:spPr>
            <a:xfrm>
              <a:off x="-15164" y="200824"/>
              <a:ext cx="7240306" cy="2184480"/>
            </a:xfrm>
            <a:prstGeom prst="rect">
              <a:avLst/>
            </a:prstGeom>
          </p:spPr>
          <p:txBody>
            <a:bodyPr lIns="0" tIns="0" rIns="0" bIns="0" rtlCol="0" anchor="t"/>
            <a:lstStyle/>
            <a:p>
              <a:pPr algn="l">
                <a:lnSpc>
                  <a:spcPts val="2400"/>
                </a:lnSpc>
              </a:pPr>
              <a:r>
                <a:rPr lang="en-US" sz="2000">
                  <a:solidFill>
                    <a:srgbClr val="000000"/>
                  </a:solidFill>
                  <a:latin typeface="Noto Sans"/>
                  <a:ea typeface="Noto Sans"/>
                  <a:cs typeface="Noto Sans"/>
                  <a:sym typeface="Noto Sans"/>
                </a:rPr>
                <a:t>Below is an image of what the question stem and response area look like after the student has dragged-and-dropped the planets into their respective locations in the model.</a:t>
              </a:r>
            </a:p>
          </p:txBody>
        </p:sp>
      </p:grpSp>
      <p:sp>
        <p:nvSpPr>
          <p:cNvPr id="16" name="TextBox 16"/>
          <p:cNvSpPr txBox="1"/>
          <p:nvPr/>
        </p:nvSpPr>
        <p:spPr>
          <a:xfrm>
            <a:off x="10673517" y="319886"/>
            <a:ext cx="6252380" cy="955485"/>
          </a:xfrm>
          <a:prstGeom prst="rect">
            <a:avLst/>
          </a:prstGeom>
        </p:spPr>
        <p:txBody>
          <a:bodyPr lIns="0" tIns="0" rIns="0" bIns="0" rtlCol="0" anchor="t"/>
          <a:lstStyle/>
          <a:p>
            <a:pPr algn="r">
              <a:lnSpc>
                <a:spcPts val="6403"/>
              </a:lnSpc>
            </a:pPr>
            <a:r>
              <a:rPr lang="en-US" sz="4500" b="1">
                <a:solidFill>
                  <a:srgbClr val="262964"/>
                </a:solidFill>
                <a:latin typeface="Noto Sans Bold"/>
                <a:ea typeface="Noto Sans Bold"/>
                <a:cs typeface="Noto Sans Bold"/>
                <a:sym typeface="Noto Sans Bold"/>
              </a:rPr>
              <a:t>PISA item examples</a:t>
            </a:r>
          </a:p>
        </p:txBody>
      </p:sp>
      <p:grpSp>
        <p:nvGrpSpPr>
          <p:cNvPr id="17" name="Group 17"/>
          <p:cNvGrpSpPr/>
          <p:nvPr/>
        </p:nvGrpSpPr>
        <p:grpSpPr>
          <a:xfrm>
            <a:off x="4281995" y="9055645"/>
            <a:ext cx="9144000" cy="307777"/>
            <a:chOff x="0" y="0"/>
            <a:chExt cx="12192000" cy="410369"/>
          </a:xfrm>
        </p:grpSpPr>
        <p:sp>
          <p:nvSpPr>
            <p:cNvPr id="18" name="Freeform 18"/>
            <p:cNvSpPr/>
            <p:nvPr/>
          </p:nvSpPr>
          <p:spPr>
            <a:xfrm>
              <a:off x="0" y="0"/>
              <a:ext cx="12192000" cy="410369"/>
            </a:xfrm>
            <a:custGeom>
              <a:avLst/>
              <a:gdLst/>
              <a:ahLst/>
              <a:cxnLst/>
              <a:rect l="l" t="t" r="r" b="b"/>
              <a:pathLst>
                <a:path w="12192000" h="410369">
                  <a:moveTo>
                    <a:pt x="0" y="0"/>
                  </a:moveTo>
                  <a:lnTo>
                    <a:pt x="12192000" y="0"/>
                  </a:lnTo>
                  <a:lnTo>
                    <a:pt x="12192000" y="410369"/>
                  </a:lnTo>
                  <a:lnTo>
                    <a:pt x="0" y="410369"/>
                  </a:lnTo>
                  <a:close/>
                </a:path>
              </a:pathLst>
            </a:custGeom>
            <a:solidFill>
              <a:srgbClr val="000000">
                <a:alpha val="0"/>
              </a:srgbClr>
            </a:solidFill>
          </p:spPr>
          <p:txBody>
            <a:bodyPr/>
            <a:lstStyle/>
            <a:p>
              <a:endParaRPr lang="en-US"/>
            </a:p>
          </p:txBody>
        </p:sp>
        <p:sp>
          <p:nvSpPr>
            <p:cNvPr id="19" name="TextBox 19"/>
            <p:cNvSpPr txBox="1"/>
            <p:nvPr/>
          </p:nvSpPr>
          <p:spPr>
            <a:xfrm>
              <a:off x="0" y="0"/>
              <a:ext cx="12192000" cy="410369"/>
            </a:xfrm>
            <a:prstGeom prst="rect">
              <a:avLst/>
            </a:prstGeom>
          </p:spPr>
          <p:txBody>
            <a:bodyPr lIns="0" tIns="0" rIns="0" bIns="0" rtlCol="0" anchor="t"/>
            <a:lstStyle/>
            <a:p>
              <a:pPr algn="l">
                <a:lnSpc>
                  <a:spcPts val="1679"/>
                </a:lnSpc>
              </a:pPr>
              <a:r>
                <a:rPr lang="en-US" sz="1399" u="sng">
                  <a:solidFill>
                    <a:srgbClr val="0000FF"/>
                  </a:solidFill>
                  <a:latin typeface="Noto Sans"/>
                  <a:ea typeface="Noto Sans"/>
                  <a:cs typeface="Noto Sans"/>
                  <a:sym typeface="Noto Sans"/>
                  <a:hlinkClick r:id="rId4" tooltip="https://www.oecd.org/en/about/programmes/pisa/pisa-test.html"/>
                </a:rPr>
                <a:t>https://www.oecd.org/en/about/programmes/pisa/pisa-test.html</a:t>
              </a:r>
            </a:p>
          </p:txBody>
        </p:sp>
      </p:grpSp>
      <p:grpSp>
        <p:nvGrpSpPr>
          <p:cNvPr id="20" name="Group 20"/>
          <p:cNvGrpSpPr/>
          <p:nvPr/>
        </p:nvGrpSpPr>
        <p:grpSpPr>
          <a:xfrm>
            <a:off x="-4895200" y="9085968"/>
            <a:ext cx="9144000" cy="302968"/>
            <a:chOff x="0" y="0"/>
            <a:chExt cx="12192000" cy="403957"/>
          </a:xfrm>
        </p:grpSpPr>
        <p:sp>
          <p:nvSpPr>
            <p:cNvPr id="21" name="Freeform 21"/>
            <p:cNvSpPr/>
            <p:nvPr/>
          </p:nvSpPr>
          <p:spPr>
            <a:xfrm>
              <a:off x="0" y="0"/>
              <a:ext cx="12192000" cy="403957"/>
            </a:xfrm>
            <a:custGeom>
              <a:avLst/>
              <a:gdLst/>
              <a:ahLst/>
              <a:cxnLst/>
              <a:rect l="l" t="t" r="r" b="b"/>
              <a:pathLst>
                <a:path w="12192000" h="403957">
                  <a:moveTo>
                    <a:pt x="0" y="0"/>
                  </a:moveTo>
                  <a:lnTo>
                    <a:pt x="12192000" y="0"/>
                  </a:lnTo>
                  <a:lnTo>
                    <a:pt x="12192000" y="403957"/>
                  </a:lnTo>
                  <a:lnTo>
                    <a:pt x="0" y="403957"/>
                  </a:lnTo>
                  <a:close/>
                </a:path>
              </a:pathLst>
            </a:custGeom>
            <a:solidFill>
              <a:srgbClr val="000000">
                <a:alpha val="0"/>
              </a:srgbClr>
            </a:solidFill>
          </p:spPr>
          <p:txBody>
            <a:bodyPr/>
            <a:lstStyle/>
            <a:p>
              <a:endParaRPr lang="en-US"/>
            </a:p>
          </p:txBody>
        </p:sp>
        <p:sp>
          <p:nvSpPr>
            <p:cNvPr id="22" name="TextBox 22"/>
            <p:cNvSpPr txBox="1"/>
            <p:nvPr/>
          </p:nvSpPr>
          <p:spPr>
            <a:xfrm>
              <a:off x="0" y="-9525"/>
              <a:ext cx="12192000" cy="413482"/>
            </a:xfrm>
            <a:prstGeom prst="rect">
              <a:avLst/>
            </a:prstGeom>
          </p:spPr>
          <p:txBody>
            <a:bodyPr lIns="0" tIns="0" rIns="0" bIns="0" rtlCol="0" anchor="t"/>
            <a:lstStyle/>
            <a:p>
              <a:pPr algn="r">
                <a:lnSpc>
                  <a:spcPts val="1743"/>
                </a:lnSpc>
              </a:pPr>
              <a:r>
                <a:rPr lang="en-US" sz="1399">
                  <a:solidFill>
                    <a:srgbClr val="000000"/>
                  </a:solidFill>
                  <a:latin typeface="Noto Sans"/>
                  <a:ea typeface="Noto Sans"/>
                  <a:cs typeface="Noto Sans"/>
                  <a:sym typeface="Noto Sans"/>
                </a:rPr>
                <a:t>For more PISA items, please consult our website:</a:t>
              </a:r>
            </a:p>
          </p:txBody>
        </p:sp>
      </p:grpSp>
      <p:sp>
        <p:nvSpPr>
          <p:cNvPr id="14" name="TextBox 13">
            <a:extLst>
              <a:ext uri="{FF2B5EF4-FFF2-40B4-BE49-F238E27FC236}">
                <a16:creationId xmlns:a16="http://schemas.microsoft.com/office/drawing/2014/main" id="{1CA72EF6-B295-E732-8F8B-BF621DA934FE}"/>
              </a:ext>
            </a:extLst>
          </p:cNvPr>
          <p:cNvSpPr txBox="1"/>
          <p:nvPr/>
        </p:nvSpPr>
        <p:spPr>
          <a:xfrm>
            <a:off x="15869827" y="9567004"/>
            <a:ext cx="1951630" cy="400110"/>
          </a:xfrm>
          <a:custGeom>
            <a:avLst/>
            <a:gdLst>
              <a:gd name="connsiteX0" fmla="*/ 0 w 9144000"/>
              <a:gd name="connsiteY0" fmla="*/ 0 h 400110"/>
              <a:gd name="connsiteX1" fmla="*/ 9144000 w 9144000"/>
              <a:gd name="connsiteY1" fmla="*/ 0 h 400110"/>
              <a:gd name="connsiteX2" fmla="*/ 9144000 w 9144000"/>
              <a:gd name="connsiteY2" fmla="*/ 400110 h 400110"/>
              <a:gd name="connsiteX3" fmla="*/ 0 w 9144000"/>
              <a:gd name="connsiteY3" fmla="*/ 400110 h 400110"/>
              <a:gd name="connsiteX4" fmla="*/ 0 w 9144000"/>
              <a:gd name="connsiteY4" fmla="*/ 0 h 400110"/>
              <a:gd name="connsiteX0" fmla="*/ 0 w 9144000"/>
              <a:gd name="connsiteY0" fmla="*/ 0 h 400110"/>
              <a:gd name="connsiteX1" fmla="*/ 2606722 w 9144000"/>
              <a:gd name="connsiteY1" fmla="*/ 13648 h 400110"/>
              <a:gd name="connsiteX2" fmla="*/ 9144000 w 9144000"/>
              <a:gd name="connsiteY2" fmla="*/ 400110 h 400110"/>
              <a:gd name="connsiteX3" fmla="*/ 0 w 9144000"/>
              <a:gd name="connsiteY3" fmla="*/ 400110 h 400110"/>
              <a:gd name="connsiteX4" fmla="*/ 0 w 9144000"/>
              <a:gd name="connsiteY4" fmla="*/ 0 h 400110"/>
              <a:gd name="connsiteX0" fmla="*/ 0 w 2634018"/>
              <a:gd name="connsiteY0" fmla="*/ 0 h 413757"/>
              <a:gd name="connsiteX1" fmla="*/ 2606722 w 2634018"/>
              <a:gd name="connsiteY1" fmla="*/ 13648 h 413757"/>
              <a:gd name="connsiteX2" fmla="*/ 2634018 w 2634018"/>
              <a:gd name="connsiteY2" fmla="*/ 413757 h 413757"/>
              <a:gd name="connsiteX3" fmla="*/ 0 w 2634018"/>
              <a:gd name="connsiteY3" fmla="*/ 400110 h 413757"/>
              <a:gd name="connsiteX4" fmla="*/ 0 w 2634018"/>
              <a:gd name="connsiteY4" fmla="*/ 0 h 413757"/>
              <a:gd name="connsiteX0" fmla="*/ 0 w 2634018"/>
              <a:gd name="connsiteY0" fmla="*/ 13648 h 427405"/>
              <a:gd name="connsiteX1" fmla="*/ 1883391 w 2634018"/>
              <a:gd name="connsiteY1" fmla="*/ 0 h 427405"/>
              <a:gd name="connsiteX2" fmla="*/ 2634018 w 2634018"/>
              <a:gd name="connsiteY2" fmla="*/ 427405 h 427405"/>
              <a:gd name="connsiteX3" fmla="*/ 0 w 2634018"/>
              <a:gd name="connsiteY3" fmla="*/ 413758 h 427405"/>
              <a:gd name="connsiteX4" fmla="*/ 0 w 2634018"/>
              <a:gd name="connsiteY4" fmla="*/ 13648 h 427405"/>
              <a:gd name="connsiteX0" fmla="*/ 0 w 1951630"/>
              <a:gd name="connsiteY0" fmla="*/ 13648 h 441052"/>
              <a:gd name="connsiteX1" fmla="*/ 1883391 w 1951630"/>
              <a:gd name="connsiteY1" fmla="*/ 0 h 441052"/>
              <a:gd name="connsiteX2" fmla="*/ 1951630 w 1951630"/>
              <a:gd name="connsiteY2" fmla="*/ 441052 h 441052"/>
              <a:gd name="connsiteX3" fmla="*/ 0 w 1951630"/>
              <a:gd name="connsiteY3" fmla="*/ 413758 h 441052"/>
              <a:gd name="connsiteX4" fmla="*/ 0 w 1951630"/>
              <a:gd name="connsiteY4" fmla="*/ 13648 h 44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1630" h="441052">
                <a:moveTo>
                  <a:pt x="0" y="13648"/>
                </a:moveTo>
                <a:lnTo>
                  <a:pt x="1883391" y="0"/>
                </a:lnTo>
                <a:lnTo>
                  <a:pt x="1951630" y="441052"/>
                </a:lnTo>
                <a:lnTo>
                  <a:pt x="0" y="413758"/>
                </a:lnTo>
                <a:lnTo>
                  <a:pt x="0" y="13648"/>
                </a:lnTo>
                <a:close/>
              </a:path>
            </a:pathLst>
          </a:custGeom>
          <a:noFill/>
        </p:spPr>
        <p:txBody>
          <a:bodyPr wrap="square">
            <a:spAutoFit/>
          </a:bodyPr>
          <a:lstStyle/>
          <a:p>
            <a:r>
              <a:rPr lang="en-US" sz="2000" b="0" i="0">
                <a:effectLst/>
                <a:latin typeface="Noto Sans" panose="020B0502040504020204" pitchFamily="34" charset="0"/>
                <a:ea typeface="Noto Sans" panose="020B0502040504020204" pitchFamily="34" charset="0"/>
                <a:cs typeface="Noto Sans" panose="020B0502040504020204" pitchFamily="34" charset="0"/>
              </a:rPr>
              <a:t>© OECD 2025</a:t>
            </a:r>
            <a:endParaRPr lang="en-US" sz="200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02C59938-C496-22E1-4866-1966B20F641D}"/>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211397" y="-1404195"/>
            <a:ext cx="17779648" cy="10632296"/>
          </a:xfrm>
          <a:prstGeom prst="rect">
            <a:avLst/>
          </a:prstGeom>
        </p:spPr>
      </p:pic>
      <p:grpSp>
        <p:nvGrpSpPr>
          <p:cNvPr id="2" name="Group 2"/>
          <p:cNvGrpSpPr/>
          <p:nvPr/>
        </p:nvGrpSpPr>
        <p:grpSpPr>
          <a:xfrm>
            <a:off x="8285163" y="10071100"/>
            <a:ext cx="1746250" cy="152400"/>
            <a:chOff x="0" y="0"/>
            <a:chExt cx="2328333" cy="203200"/>
          </a:xfrm>
        </p:grpSpPr>
        <p:sp>
          <p:nvSpPr>
            <p:cNvPr id="3" name="Freeform 3"/>
            <p:cNvSpPr/>
            <p:nvPr/>
          </p:nvSpPr>
          <p:spPr>
            <a:xfrm>
              <a:off x="0" y="0"/>
              <a:ext cx="2328333" cy="203200"/>
            </a:xfrm>
            <a:custGeom>
              <a:avLst/>
              <a:gdLst/>
              <a:ahLst/>
              <a:cxnLst/>
              <a:rect l="l" t="t" r="r" b="b"/>
              <a:pathLst>
                <a:path w="2328333" h="203200">
                  <a:moveTo>
                    <a:pt x="0" y="0"/>
                  </a:moveTo>
                  <a:lnTo>
                    <a:pt x="2328333" y="0"/>
                  </a:lnTo>
                  <a:lnTo>
                    <a:pt x="2328333" y="203200"/>
                  </a:lnTo>
                  <a:lnTo>
                    <a:pt x="0" y="203200"/>
                  </a:lnTo>
                  <a:close/>
                </a:path>
              </a:pathLst>
            </a:custGeom>
            <a:solidFill>
              <a:srgbClr val="000000">
                <a:alpha val="0"/>
              </a:srgbClr>
            </a:solidFill>
          </p:spPr>
          <p:txBody>
            <a:bodyPr/>
            <a:lstStyle/>
            <a:p>
              <a:endParaRPr lang="en-US"/>
            </a:p>
          </p:txBody>
        </p:sp>
        <p:sp>
          <p:nvSpPr>
            <p:cNvPr id="4" name="TextBox 4"/>
            <p:cNvSpPr txBox="1"/>
            <p:nvPr/>
          </p:nvSpPr>
          <p:spPr>
            <a:xfrm>
              <a:off x="0" y="-28575"/>
              <a:ext cx="2328333" cy="231775"/>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5" name="Group 5"/>
          <p:cNvGrpSpPr/>
          <p:nvPr/>
        </p:nvGrpSpPr>
        <p:grpSpPr>
          <a:xfrm>
            <a:off x="8285163" y="10049669"/>
            <a:ext cx="1746250" cy="173831"/>
            <a:chOff x="0" y="0"/>
            <a:chExt cx="2328333" cy="231775"/>
          </a:xfrm>
        </p:grpSpPr>
        <p:sp>
          <p:nvSpPr>
            <p:cNvPr id="6" name="Freeform 6"/>
            <p:cNvSpPr/>
            <p:nvPr/>
          </p:nvSpPr>
          <p:spPr>
            <a:xfrm>
              <a:off x="0" y="0"/>
              <a:ext cx="2328333" cy="231775"/>
            </a:xfrm>
            <a:custGeom>
              <a:avLst/>
              <a:gdLst/>
              <a:ahLst/>
              <a:cxnLst/>
              <a:rect l="l" t="t" r="r" b="b"/>
              <a:pathLst>
                <a:path w="2328333" h="231775">
                  <a:moveTo>
                    <a:pt x="0" y="0"/>
                  </a:moveTo>
                  <a:lnTo>
                    <a:pt x="2328333" y="0"/>
                  </a:lnTo>
                  <a:lnTo>
                    <a:pt x="2328333" y="231775"/>
                  </a:lnTo>
                  <a:lnTo>
                    <a:pt x="0" y="231775"/>
                  </a:lnTo>
                  <a:close/>
                </a:path>
              </a:pathLst>
            </a:custGeom>
            <a:solidFill>
              <a:srgbClr val="000000">
                <a:alpha val="0"/>
              </a:srgbClr>
            </a:solidFill>
          </p:spPr>
          <p:txBody>
            <a:bodyPr/>
            <a:lstStyle/>
            <a:p>
              <a:endParaRPr lang="en-US"/>
            </a:p>
          </p:txBody>
        </p:sp>
        <p:sp>
          <p:nvSpPr>
            <p:cNvPr id="7" name="TextBox 7"/>
            <p:cNvSpPr txBox="1"/>
            <p:nvPr/>
          </p:nvSpPr>
          <p:spPr>
            <a:xfrm>
              <a:off x="0" y="-28575"/>
              <a:ext cx="2328333" cy="260350"/>
            </a:xfrm>
            <a:prstGeom prst="rect">
              <a:avLst/>
            </a:prstGeom>
          </p:spPr>
          <p:txBody>
            <a:bodyPr lIns="0" tIns="0" rIns="0" bIns="0" rtlCol="0" anchor="t"/>
            <a:lstStyle/>
            <a:p>
              <a:pPr algn="l">
                <a:lnSpc>
                  <a:spcPts val="1200"/>
                </a:lnSpc>
              </a:pPr>
              <a:r>
                <a:rPr lang="en-US" sz="1000">
                  <a:solidFill>
                    <a:srgbClr val="0000FF"/>
                  </a:solidFill>
                  <a:latin typeface="Calibri (MS)"/>
                  <a:ea typeface="Calibri (MS)"/>
                  <a:cs typeface="Calibri (MS)"/>
                  <a:sym typeface="Calibri (MS)"/>
                </a:rPr>
                <a:t>Restricted Use - À usage restreint</a:t>
              </a:r>
            </a:p>
          </p:txBody>
        </p:sp>
      </p:grpSp>
      <p:grpSp>
        <p:nvGrpSpPr>
          <p:cNvPr id="9" name="Group 9"/>
          <p:cNvGrpSpPr/>
          <p:nvPr/>
        </p:nvGrpSpPr>
        <p:grpSpPr>
          <a:xfrm>
            <a:off x="6415795" y="7555729"/>
            <a:ext cx="10755220" cy="1333533"/>
            <a:chOff x="0" y="-584652"/>
            <a:chExt cx="14340293" cy="1778043"/>
          </a:xfrm>
        </p:grpSpPr>
        <p:sp>
          <p:nvSpPr>
            <p:cNvPr id="10" name="Freeform 10"/>
            <p:cNvSpPr/>
            <p:nvPr/>
          </p:nvSpPr>
          <p:spPr>
            <a:xfrm>
              <a:off x="0" y="0"/>
              <a:ext cx="6569701" cy="1193391"/>
            </a:xfrm>
            <a:custGeom>
              <a:avLst/>
              <a:gdLst/>
              <a:ahLst/>
              <a:cxnLst/>
              <a:rect l="l" t="t" r="r" b="b"/>
              <a:pathLst>
                <a:path w="6569701" h="1193391">
                  <a:moveTo>
                    <a:pt x="0" y="0"/>
                  </a:moveTo>
                  <a:lnTo>
                    <a:pt x="6569701" y="0"/>
                  </a:lnTo>
                  <a:lnTo>
                    <a:pt x="6569701" y="1193391"/>
                  </a:lnTo>
                  <a:lnTo>
                    <a:pt x="0" y="1193391"/>
                  </a:lnTo>
                  <a:close/>
                </a:path>
              </a:pathLst>
            </a:custGeom>
            <a:solidFill>
              <a:srgbClr val="000000">
                <a:alpha val="0"/>
              </a:srgbClr>
            </a:solidFill>
          </p:spPr>
          <p:txBody>
            <a:bodyPr/>
            <a:lstStyle/>
            <a:p>
              <a:endParaRPr lang="en-US"/>
            </a:p>
          </p:txBody>
        </p:sp>
        <p:sp>
          <p:nvSpPr>
            <p:cNvPr id="11" name="TextBox 11"/>
            <p:cNvSpPr txBox="1"/>
            <p:nvPr/>
          </p:nvSpPr>
          <p:spPr>
            <a:xfrm>
              <a:off x="7770592" y="-584652"/>
              <a:ext cx="6569701" cy="1288642"/>
            </a:xfrm>
            <a:prstGeom prst="rect">
              <a:avLst/>
            </a:prstGeom>
          </p:spPr>
          <p:txBody>
            <a:bodyPr lIns="0" tIns="0" rIns="0" bIns="0" rtlCol="0" anchor="t"/>
            <a:lstStyle/>
            <a:p>
              <a:pPr algn="r">
                <a:lnSpc>
                  <a:spcPts val="6403"/>
                </a:lnSpc>
              </a:pPr>
              <a:r>
                <a:rPr lang="en-US" sz="4500" b="1">
                  <a:solidFill>
                    <a:srgbClr val="262964"/>
                  </a:solidFill>
                  <a:latin typeface="Noto Sans Bold"/>
                  <a:ea typeface="Noto Sans Bold"/>
                  <a:cs typeface="Noto Sans Bold"/>
                  <a:sym typeface="Noto Sans Bold"/>
                </a:rPr>
                <a:t>PISA participants</a:t>
              </a:r>
            </a:p>
          </p:txBody>
        </p:sp>
      </p:grpSp>
      <p:grpSp>
        <p:nvGrpSpPr>
          <p:cNvPr id="12" name="Group 12"/>
          <p:cNvGrpSpPr/>
          <p:nvPr/>
        </p:nvGrpSpPr>
        <p:grpSpPr>
          <a:xfrm>
            <a:off x="1835171" y="1098244"/>
            <a:ext cx="3000919" cy="6497390"/>
            <a:chOff x="0" y="0"/>
            <a:chExt cx="4001226" cy="8663187"/>
          </a:xfrm>
        </p:grpSpPr>
        <p:sp>
          <p:nvSpPr>
            <p:cNvPr id="13" name="Freeform 13"/>
            <p:cNvSpPr/>
            <p:nvPr/>
          </p:nvSpPr>
          <p:spPr>
            <a:xfrm>
              <a:off x="0" y="0"/>
              <a:ext cx="4001226" cy="8663187"/>
            </a:xfrm>
            <a:custGeom>
              <a:avLst/>
              <a:gdLst/>
              <a:ahLst/>
              <a:cxnLst/>
              <a:rect l="l" t="t" r="r" b="b"/>
              <a:pathLst>
                <a:path w="4001226" h="8663187">
                  <a:moveTo>
                    <a:pt x="0" y="0"/>
                  </a:moveTo>
                  <a:lnTo>
                    <a:pt x="4001226" y="0"/>
                  </a:lnTo>
                  <a:lnTo>
                    <a:pt x="4001226" y="8663187"/>
                  </a:lnTo>
                  <a:lnTo>
                    <a:pt x="0" y="8663187"/>
                  </a:lnTo>
                  <a:close/>
                </a:path>
              </a:pathLst>
            </a:custGeom>
            <a:solidFill>
              <a:srgbClr val="000000">
                <a:alpha val="0"/>
              </a:srgbClr>
            </a:solidFill>
          </p:spPr>
          <p:txBody>
            <a:bodyPr/>
            <a:lstStyle/>
            <a:p>
              <a:endParaRPr lang="en-US"/>
            </a:p>
          </p:txBody>
        </p:sp>
        <p:sp>
          <p:nvSpPr>
            <p:cNvPr id="14" name="TextBox 14"/>
            <p:cNvSpPr txBox="1"/>
            <p:nvPr/>
          </p:nvSpPr>
          <p:spPr>
            <a:xfrm>
              <a:off x="0" y="-9525"/>
              <a:ext cx="4001226" cy="8672712"/>
            </a:xfrm>
            <a:prstGeom prst="rect">
              <a:avLst/>
            </a:prstGeom>
          </p:spPr>
          <p:txBody>
            <a:bodyPr lIns="0" tIns="0" rIns="0" bIns="0" rtlCol="0" anchor="t"/>
            <a:lstStyle/>
            <a:p>
              <a:pPr algn="l">
                <a:lnSpc>
                  <a:spcPts val="2324"/>
                </a:lnSpc>
              </a:pPr>
              <a:r>
                <a:rPr lang="en-US" sz="1936">
                  <a:solidFill>
                    <a:srgbClr val="000000"/>
                  </a:solidFill>
                  <a:latin typeface="Noto Sans"/>
                  <a:ea typeface="Noto Sans"/>
                  <a:cs typeface="Noto Sans"/>
                  <a:sym typeface="Noto Sans"/>
                </a:rPr>
                <a:t>Albania</a:t>
              </a:r>
            </a:p>
            <a:p>
              <a:pPr algn="l">
                <a:lnSpc>
                  <a:spcPts val="2324"/>
                </a:lnSpc>
              </a:pPr>
              <a:r>
                <a:rPr lang="en-US" sz="1936">
                  <a:solidFill>
                    <a:srgbClr val="000000"/>
                  </a:solidFill>
                  <a:latin typeface="Noto Sans"/>
                  <a:ea typeface="Noto Sans"/>
                  <a:cs typeface="Noto Sans"/>
                  <a:sym typeface="Noto Sans"/>
                </a:rPr>
                <a:t>Algeria</a:t>
              </a:r>
            </a:p>
            <a:p>
              <a:pPr algn="l">
                <a:lnSpc>
                  <a:spcPts val="2324"/>
                </a:lnSpc>
              </a:pPr>
              <a:r>
                <a:rPr lang="en-US" sz="1936">
                  <a:solidFill>
                    <a:srgbClr val="000000"/>
                  </a:solidFill>
                  <a:latin typeface="Noto Sans"/>
                  <a:ea typeface="Noto Sans"/>
                  <a:cs typeface="Noto Sans"/>
                  <a:sym typeface="Noto Sans"/>
                </a:rPr>
                <a:t>Argentina</a:t>
              </a:r>
            </a:p>
            <a:p>
              <a:pPr algn="l">
                <a:lnSpc>
                  <a:spcPts val="2324"/>
                </a:lnSpc>
              </a:pPr>
              <a:r>
                <a:rPr lang="en-US" sz="1936">
                  <a:solidFill>
                    <a:srgbClr val="000000"/>
                  </a:solidFill>
                  <a:latin typeface="Noto Sans"/>
                  <a:ea typeface="Noto Sans"/>
                  <a:cs typeface="Noto Sans"/>
                  <a:sym typeface="Noto Sans"/>
                </a:rPr>
                <a:t>Armenia</a:t>
              </a:r>
            </a:p>
            <a:p>
              <a:pPr algn="l">
                <a:lnSpc>
                  <a:spcPts val="2324"/>
                </a:lnSpc>
              </a:pPr>
              <a:r>
                <a:rPr lang="en-US" sz="1936">
                  <a:solidFill>
                    <a:srgbClr val="000000"/>
                  </a:solidFill>
                  <a:latin typeface="Noto Sans"/>
                  <a:ea typeface="Noto Sans"/>
                  <a:cs typeface="Noto Sans"/>
                  <a:sym typeface="Noto Sans"/>
                </a:rPr>
                <a:t>Australia</a:t>
              </a:r>
            </a:p>
            <a:p>
              <a:pPr algn="l">
                <a:lnSpc>
                  <a:spcPts val="2324"/>
                </a:lnSpc>
              </a:pPr>
              <a:r>
                <a:rPr lang="en-US" sz="1936">
                  <a:solidFill>
                    <a:srgbClr val="000000"/>
                  </a:solidFill>
                  <a:latin typeface="Noto Sans"/>
                  <a:ea typeface="Noto Sans"/>
                  <a:cs typeface="Noto Sans"/>
                  <a:sym typeface="Noto Sans"/>
                </a:rPr>
                <a:t>Austria</a:t>
              </a:r>
            </a:p>
            <a:p>
              <a:pPr algn="l">
                <a:lnSpc>
                  <a:spcPts val="2324"/>
                </a:lnSpc>
              </a:pPr>
              <a:r>
                <a:rPr lang="en-US" sz="1936">
                  <a:solidFill>
                    <a:srgbClr val="000000"/>
                  </a:solidFill>
                  <a:latin typeface="Noto Sans"/>
                  <a:ea typeface="Noto Sans"/>
                  <a:cs typeface="Noto Sans"/>
                  <a:sym typeface="Noto Sans"/>
                </a:rPr>
                <a:t>Azerbaijan</a:t>
              </a:r>
            </a:p>
            <a:p>
              <a:pPr algn="l">
                <a:lnSpc>
                  <a:spcPts val="2324"/>
                </a:lnSpc>
              </a:pPr>
              <a:r>
                <a:rPr lang="en-US" sz="1936">
                  <a:solidFill>
                    <a:srgbClr val="000000"/>
                  </a:solidFill>
                  <a:latin typeface="Noto Sans"/>
                  <a:ea typeface="Noto Sans"/>
                  <a:cs typeface="Noto Sans"/>
                  <a:sym typeface="Noto Sans"/>
                </a:rPr>
                <a:t>Belarus</a:t>
              </a:r>
            </a:p>
            <a:p>
              <a:pPr algn="l">
                <a:lnSpc>
                  <a:spcPts val="2324"/>
                </a:lnSpc>
              </a:pPr>
              <a:r>
                <a:rPr lang="en-US" sz="1936">
                  <a:solidFill>
                    <a:srgbClr val="000000"/>
                  </a:solidFill>
                  <a:latin typeface="Noto Sans"/>
                  <a:ea typeface="Noto Sans"/>
                  <a:cs typeface="Noto Sans"/>
                  <a:sym typeface="Noto Sans"/>
                </a:rPr>
                <a:t>Belgium</a:t>
              </a:r>
            </a:p>
            <a:p>
              <a:pPr algn="l">
                <a:lnSpc>
                  <a:spcPts val="2324"/>
                </a:lnSpc>
              </a:pPr>
              <a:r>
                <a:rPr lang="en-US" sz="1936">
                  <a:solidFill>
                    <a:srgbClr val="000000"/>
                  </a:solidFill>
                  <a:latin typeface="Noto Sans"/>
                  <a:ea typeface="Noto Sans"/>
                  <a:cs typeface="Noto Sans"/>
                  <a:sym typeface="Noto Sans"/>
                </a:rPr>
                <a:t>Bosnia and Herzegovina</a:t>
              </a:r>
            </a:p>
            <a:p>
              <a:pPr algn="l">
                <a:lnSpc>
                  <a:spcPts val="2324"/>
                </a:lnSpc>
              </a:pPr>
              <a:r>
                <a:rPr lang="en-US" sz="1936">
                  <a:solidFill>
                    <a:srgbClr val="000000"/>
                  </a:solidFill>
                  <a:latin typeface="Noto Sans"/>
                  <a:ea typeface="Noto Sans"/>
                  <a:cs typeface="Noto Sans"/>
                  <a:sym typeface="Noto Sans"/>
                </a:rPr>
                <a:t>Brazil</a:t>
              </a:r>
            </a:p>
            <a:p>
              <a:pPr algn="l">
                <a:lnSpc>
                  <a:spcPts val="2324"/>
                </a:lnSpc>
              </a:pPr>
              <a:r>
                <a:rPr lang="en-US" sz="1936">
                  <a:solidFill>
                    <a:srgbClr val="000000"/>
                  </a:solidFill>
                  <a:latin typeface="Noto Sans"/>
                  <a:ea typeface="Noto Sans"/>
                  <a:cs typeface="Noto Sans"/>
                  <a:sym typeface="Noto Sans"/>
                </a:rPr>
                <a:t>Brunei Darussalam</a:t>
              </a:r>
            </a:p>
            <a:p>
              <a:pPr algn="l">
                <a:lnSpc>
                  <a:spcPts val="2324"/>
                </a:lnSpc>
              </a:pPr>
              <a:r>
                <a:rPr lang="en-US" sz="1936">
                  <a:solidFill>
                    <a:srgbClr val="000000"/>
                  </a:solidFill>
                  <a:latin typeface="Noto Sans"/>
                  <a:ea typeface="Noto Sans"/>
                  <a:cs typeface="Noto Sans"/>
                  <a:sym typeface="Noto Sans"/>
                </a:rPr>
                <a:t>Bulgaria</a:t>
              </a:r>
            </a:p>
            <a:p>
              <a:pPr algn="l">
                <a:lnSpc>
                  <a:spcPts val="2324"/>
                </a:lnSpc>
              </a:pPr>
              <a:r>
                <a:rPr lang="en-US" sz="1936">
                  <a:solidFill>
                    <a:srgbClr val="000000"/>
                  </a:solidFill>
                  <a:latin typeface="Noto Sans"/>
                  <a:ea typeface="Noto Sans"/>
                  <a:cs typeface="Noto Sans"/>
                  <a:sym typeface="Noto Sans"/>
                </a:rPr>
                <a:t>Cambodia</a:t>
              </a:r>
            </a:p>
            <a:p>
              <a:pPr algn="l">
                <a:lnSpc>
                  <a:spcPts val="2324"/>
                </a:lnSpc>
              </a:pPr>
              <a:r>
                <a:rPr lang="en-US" sz="1936">
                  <a:solidFill>
                    <a:srgbClr val="000000"/>
                  </a:solidFill>
                  <a:latin typeface="Noto Sans"/>
                  <a:ea typeface="Noto Sans"/>
                  <a:cs typeface="Noto Sans"/>
                  <a:sym typeface="Noto Sans"/>
                </a:rPr>
                <a:t>Canada</a:t>
              </a:r>
            </a:p>
            <a:p>
              <a:pPr algn="l">
                <a:lnSpc>
                  <a:spcPts val="2324"/>
                </a:lnSpc>
              </a:pPr>
              <a:r>
                <a:rPr lang="en-US" sz="1936">
                  <a:solidFill>
                    <a:srgbClr val="000000"/>
                  </a:solidFill>
                  <a:latin typeface="Noto Sans"/>
                  <a:ea typeface="Noto Sans"/>
                  <a:cs typeface="Noto Sans"/>
                  <a:sym typeface="Noto Sans"/>
                </a:rPr>
                <a:t>Chile</a:t>
              </a:r>
            </a:p>
            <a:p>
              <a:pPr algn="l">
                <a:lnSpc>
                  <a:spcPts val="2324"/>
                </a:lnSpc>
              </a:pPr>
              <a:r>
                <a:rPr lang="en-US" sz="1936">
                  <a:solidFill>
                    <a:srgbClr val="000000"/>
                  </a:solidFill>
                  <a:latin typeface="Noto Sans"/>
                  <a:ea typeface="Noto Sans"/>
                  <a:cs typeface="Noto Sans"/>
                  <a:sym typeface="Noto Sans"/>
                </a:rPr>
                <a:t>China</a:t>
              </a:r>
            </a:p>
            <a:p>
              <a:pPr algn="l">
                <a:lnSpc>
                  <a:spcPts val="2324"/>
                </a:lnSpc>
              </a:pPr>
              <a:r>
                <a:rPr lang="en-US" sz="1936">
                  <a:solidFill>
                    <a:srgbClr val="000000"/>
                  </a:solidFill>
                  <a:latin typeface="Noto Sans"/>
                  <a:ea typeface="Noto Sans"/>
                  <a:cs typeface="Noto Sans"/>
                  <a:sym typeface="Noto Sans"/>
                </a:rPr>
                <a:t>Chinese Taipei</a:t>
              </a:r>
            </a:p>
            <a:p>
              <a:pPr algn="l">
                <a:lnSpc>
                  <a:spcPts val="2324"/>
                </a:lnSpc>
              </a:pPr>
              <a:r>
                <a:rPr lang="en-US" sz="1936">
                  <a:solidFill>
                    <a:srgbClr val="000000"/>
                  </a:solidFill>
                  <a:latin typeface="Noto Sans"/>
                  <a:ea typeface="Noto Sans"/>
                  <a:cs typeface="Noto Sans"/>
                  <a:sym typeface="Noto Sans"/>
                </a:rPr>
                <a:t>Colombia</a:t>
              </a:r>
            </a:p>
            <a:p>
              <a:pPr algn="l">
                <a:lnSpc>
                  <a:spcPts val="2324"/>
                </a:lnSpc>
              </a:pPr>
              <a:r>
                <a:rPr lang="en-US" sz="1936">
                  <a:solidFill>
                    <a:srgbClr val="000000"/>
                  </a:solidFill>
                  <a:latin typeface="Noto Sans"/>
                  <a:ea typeface="Noto Sans"/>
                  <a:cs typeface="Noto Sans"/>
                  <a:sym typeface="Noto Sans"/>
                </a:rPr>
                <a:t>Costa Rica</a:t>
              </a:r>
            </a:p>
            <a:p>
              <a:pPr algn="l">
                <a:lnSpc>
                  <a:spcPts val="2324"/>
                </a:lnSpc>
              </a:pPr>
              <a:r>
                <a:rPr lang="en-US" sz="1936">
                  <a:solidFill>
                    <a:srgbClr val="000000"/>
                  </a:solidFill>
                  <a:latin typeface="Noto Sans"/>
                  <a:ea typeface="Noto Sans"/>
                  <a:cs typeface="Noto Sans"/>
                  <a:sym typeface="Noto Sans"/>
                </a:rPr>
                <a:t>Croatia</a:t>
              </a:r>
            </a:p>
          </p:txBody>
        </p:sp>
      </p:grpSp>
      <p:grpSp>
        <p:nvGrpSpPr>
          <p:cNvPr id="15" name="Group 15"/>
          <p:cNvGrpSpPr/>
          <p:nvPr/>
        </p:nvGrpSpPr>
        <p:grpSpPr>
          <a:xfrm>
            <a:off x="4836090" y="1091100"/>
            <a:ext cx="2558467" cy="6497390"/>
            <a:chOff x="0" y="0"/>
            <a:chExt cx="3411289" cy="8663187"/>
          </a:xfrm>
        </p:grpSpPr>
        <p:sp>
          <p:nvSpPr>
            <p:cNvPr id="16" name="Freeform 16"/>
            <p:cNvSpPr/>
            <p:nvPr/>
          </p:nvSpPr>
          <p:spPr>
            <a:xfrm>
              <a:off x="0" y="0"/>
              <a:ext cx="3411289" cy="8663187"/>
            </a:xfrm>
            <a:custGeom>
              <a:avLst/>
              <a:gdLst/>
              <a:ahLst/>
              <a:cxnLst/>
              <a:rect l="l" t="t" r="r" b="b"/>
              <a:pathLst>
                <a:path w="3411289" h="8663187">
                  <a:moveTo>
                    <a:pt x="0" y="0"/>
                  </a:moveTo>
                  <a:lnTo>
                    <a:pt x="3411289" y="0"/>
                  </a:lnTo>
                  <a:lnTo>
                    <a:pt x="3411289" y="8663187"/>
                  </a:lnTo>
                  <a:lnTo>
                    <a:pt x="0" y="8663187"/>
                  </a:lnTo>
                  <a:close/>
                </a:path>
              </a:pathLst>
            </a:custGeom>
            <a:solidFill>
              <a:srgbClr val="000000">
                <a:alpha val="0"/>
              </a:srgbClr>
            </a:solidFill>
          </p:spPr>
          <p:txBody>
            <a:bodyPr/>
            <a:lstStyle/>
            <a:p>
              <a:endParaRPr lang="en-US"/>
            </a:p>
          </p:txBody>
        </p:sp>
        <p:sp>
          <p:nvSpPr>
            <p:cNvPr id="17" name="TextBox 17"/>
            <p:cNvSpPr txBox="1"/>
            <p:nvPr/>
          </p:nvSpPr>
          <p:spPr>
            <a:xfrm>
              <a:off x="0" y="-9525"/>
              <a:ext cx="3411289" cy="8672712"/>
            </a:xfrm>
            <a:prstGeom prst="rect">
              <a:avLst/>
            </a:prstGeom>
          </p:spPr>
          <p:txBody>
            <a:bodyPr lIns="0" tIns="0" rIns="0" bIns="0" rtlCol="0" anchor="t"/>
            <a:lstStyle/>
            <a:p>
              <a:pPr algn="l">
                <a:lnSpc>
                  <a:spcPts val="2324"/>
                </a:lnSpc>
              </a:pPr>
              <a:r>
                <a:rPr lang="en-US" sz="1936">
                  <a:solidFill>
                    <a:srgbClr val="000000"/>
                  </a:solidFill>
                  <a:latin typeface="Noto Sans"/>
                  <a:ea typeface="Noto Sans"/>
                  <a:cs typeface="Noto Sans"/>
                  <a:sym typeface="Noto Sans"/>
                </a:rPr>
                <a:t>Czechia</a:t>
              </a:r>
            </a:p>
            <a:p>
              <a:pPr algn="l">
                <a:lnSpc>
                  <a:spcPts val="2324"/>
                </a:lnSpc>
              </a:pPr>
              <a:r>
                <a:rPr lang="en-US" sz="1936">
                  <a:solidFill>
                    <a:srgbClr val="000000"/>
                  </a:solidFill>
                  <a:latin typeface="Noto Sans"/>
                  <a:ea typeface="Noto Sans"/>
                  <a:cs typeface="Noto Sans"/>
                  <a:sym typeface="Noto Sans"/>
                </a:rPr>
                <a:t>Denmark</a:t>
              </a:r>
            </a:p>
            <a:p>
              <a:pPr algn="l">
                <a:lnSpc>
                  <a:spcPts val="2324"/>
                </a:lnSpc>
              </a:pPr>
              <a:r>
                <a:rPr lang="en-US" sz="1936">
                  <a:solidFill>
                    <a:srgbClr val="000000"/>
                  </a:solidFill>
                  <a:latin typeface="Noto Sans"/>
                  <a:ea typeface="Noto Sans"/>
                  <a:cs typeface="Noto Sans"/>
                  <a:sym typeface="Noto Sans"/>
                </a:rPr>
                <a:t>Dominican Republic</a:t>
              </a:r>
            </a:p>
            <a:p>
              <a:pPr algn="l">
                <a:lnSpc>
                  <a:spcPts val="2324"/>
                </a:lnSpc>
              </a:pPr>
              <a:r>
                <a:rPr lang="en-US" sz="1936">
                  <a:solidFill>
                    <a:srgbClr val="000000"/>
                  </a:solidFill>
                  <a:latin typeface="Noto Sans"/>
                  <a:ea typeface="Noto Sans"/>
                  <a:cs typeface="Noto Sans"/>
                  <a:sym typeface="Noto Sans"/>
                </a:rPr>
                <a:t>Ecuador</a:t>
              </a:r>
            </a:p>
            <a:p>
              <a:pPr algn="l">
                <a:lnSpc>
                  <a:spcPts val="2324"/>
                </a:lnSpc>
              </a:pPr>
              <a:r>
                <a:rPr lang="en-US" sz="1936">
                  <a:solidFill>
                    <a:srgbClr val="000000"/>
                  </a:solidFill>
                  <a:latin typeface="Noto Sans"/>
                  <a:ea typeface="Noto Sans"/>
                  <a:cs typeface="Noto Sans"/>
                  <a:sym typeface="Noto Sans"/>
                </a:rPr>
                <a:t>Egypt</a:t>
              </a:r>
            </a:p>
            <a:p>
              <a:pPr algn="l">
                <a:lnSpc>
                  <a:spcPts val="2324"/>
                </a:lnSpc>
              </a:pPr>
              <a:r>
                <a:rPr lang="en-US" sz="1936">
                  <a:solidFill>
                    <a:srgbClr val="000000"/>
                  </a:solidFill>
                  <a:latin typeface="Noto Sans"/>
                  <a:ea typeface="Noto Sans"/>
                  <a:cs typeface="Noto Sans"/>
                  <a:sym typeface="Noto Sans"/>
                </a:rPr>
                <a:t>El Salvador</a:t>
              </a:r>
            </a:p>
            <a:p>
              <a:pPr algn="l">
                <a:lnSpc>
                  <a:spcPts val="2324"/>
                </a:lnSpc>
              </a:pPr>
              <a:r>
                <a:rPr lang="en-US" sz="1936">
                  <a:solidFill>
                    <a:srgbClr val="000000"/>
                  </a:solidFill>
                  <a:latin typeface="Noto Sans"/>
                  <a:ea typeface="Noto Sans"/>
                  <a:cs typeface="Noto Sans"/>
                  <a:sym typeface="Noto Sans"/>
                </a:rPr>
                <a:t>Estonia</a:t>
              </a:r>
            </a:p>
            <a:p>
              <a:pPr algn="l">
                <a:lnSpc>
                  <a:spcPts val="2324"/>
                </a:lnSpc>
              </a:pPr>
              <a:r>
                <a:rPr lang="en-US" sz="1936">
                  <a:solidFill>
                    <a:srgbClr val="000000"/>
                  </a:solidFill>
                  <a:latin typeface="Noto Sans"/>
                  <a:ea typeface="Noto Sans"/>
                  <a:cs typeface="Noto Sans"/>
                  <a:sym typeface="Noto Sans"/>
                </a:rPr>
                <a:t>Finland</a:t>
              </a:r>
            </a:p>
            <a:p>
              <a:pPr algn="l">
                <a:lnSpc>
                  <a:spcPts val="2324"/>
                </a:lnSpc>
              </a:pPr>
              <a:r>
                <a:rPr lang="en-US" sz="1936">
                  <a:solidFill>
                    <a:srgbClr val="000000"/>
                  </a:solidFill>
                  <a:latin typeface="Noto Sans"/>
                  <a:ea typeface="Noto Sans"/>
                  <a:cs typeface="Noto Sans"/>
                  <a:sym typeface="Noto Sans"/>
                </a:rPr>
                <a:t>France</a:t>
              </a:r>
            </a:p>
            <a:p>
              <a:pPr algn="l">
                <a:lnSpc>
                  <a:spcPts val="2324"/>
                </a:lnSpc>
              </a:pPr>
              <a:r>
                <a:rPr lang="en-US" sz="1936">
                  <a:solidFill>
                    <a:srgbClr val="000000"/>
                  </a:solidFill>
                  <a:latin typeface="Noto Sans"/>
                  <a:ea typeface="Noto Sans"/>
                  <a:cs typeface="Noto Sans"/>
                  <a:sym typeface="Noto Sans"/>
                </a:rPr>
                <a:t>Georgia</a:t>
              </a:r>
            </a:p>
            <a:p>
              <a:pPr algn="l">
                <a:lnSpc>
                  <a:spcPts val="2324"/>
                </a:lnSpc>
              </a:pPr>
              <a:r>
                <a:rPr lang="en-US" sz="1936">
                  <a:solidFill>
                    <a:srgbClr val="000000"/>
                  </a:solidFill>
                  <a:latin typeface="Noto Sans"/>
                  <a:ea typeface="Noto Sans"/>
                  <a:cs typeface="Noto Sans"/>
                  <a:sym typeface="Noto Sans"/>
                </a:rPr>
                <a:t>Germany</a:t>
              </a:r>
            </a:p>
            <a:p>
              <a:pPr algn="l">
                <a:lnSpc>
                  <a:spcPts val="2324"/>
                </a:lnSpc>
              </a:pPr>
              <a:r>
                <a:rPr lang="en-US" sz="1936">
                  <a:solidFill>
                    <a:srgbClr val="000000"/>
                  </a:solidFill>
                  <a:latin typeface="Noto Sans"/>
                  <a:ea typeface="Noto Sans"/>
                  <a:cs typeface="Noto Sans"/>
                  <a:sym typeface="Noto Sans"/>
                </a:rPr>
                <a:t>Ghana</a:t>
              </a:r>
            </a:p>
            <a:p>
              <a:pPr algn="l">
                <a:lnSpc>
                  <a:spcPts val="2324"/>
                </a:lnSpc>
              </a:pPr>
              <a:r>
                <a:rPr lang="en-US" sz="1936">
                  <a:solidFill>
                    <a:srgbClr val="000000"/>
                  </a:solidFill>
                  <a:latin typeface="Noto Sans"/>
                  <a:ea typeface="Noto Sans"/>
                  <a:cs typeface="Noto Sans"/>
                  <a:sym typeface="Noto Sans"/>
                </a:rPr>
                <a:t>Greece</a:t>
              </a:r>
            </a:p>
            <a:p>
              <a:pPr algn="l">
                <a:lnSpc>
                  <a:spcPts val="2324"/>
                </a:lnSpc>
              </a:pPr>
              <a:r>
                <a:rPr lang="en-US" sz="1936">
                  <a:solidFill>
                    <a:srgbClr val="000000"/>
                  </a:solidFill>
                  <a:latin typeface="Noto Sans"/>
                  <a:ea typeface="Noto Sans"/>
                  <a:cs typeface="Noto Sans"/>
                  <a:sym typeface="Noto Sans"/>
                </a:rPr>
                <a:t>Guatemala</a:t>
              </a:r>
            </a:p>
            <a:p>
              <a:pPr algn="l">
                <a:lnSpc>
                  <a:spcPts val="2324"/>
                </a:lnSpc>
              </a:pPr>
              <a:r>
                <a:rPr lang="en-US" sz="1936">
                  <a:solidFill>
                    <a:srgbClr val="000000"/>
                  </a:solidFill>
                  <a:latin typeface="Noto Sans"/>
                  <a:ea typeface="Noto Sans"/>
                  <a:cs typeface="Noto Sans"/>
                  <a:sym typeface="Noto Sans"/>
                </a:rPr>
                <a:t>Honduras</a:t>
              </a:r>
            </a:p>
            <a:p>
              <a:pPr algn="l">
                <a:lnSpc>
                  <a:spcPts val="2324"/>
                </a:lnSpc>
              </a:pPr>
              <a:r>
                <a:rPr lang="en-US" sz="1936">
                  <a:solidFill>
                    <a:srgbClr val="000000"/>
                  </a:solidFill>
                  <a:latin typeface="Noto Sans"/>
                  <a:ea typeface="Noto Sans"/>
                  <a:cs typeface="Noto Sans"/>
                  <a:sym typeface="Noto Sans"/>
                </a:rPr>
                <a:t>Hong Kong (China)</a:t>
              </a:r>
            </a:p>
            <a:p>
              <a:pPr algn="l">
                <a:lnSpc>
                  <a:spcPts val="2324"/>
                </a:lnSpc>
              </a:pPr>
              <a:r>
                <a:rPr lang="en-US" sz="1936">
                  <a:solidFill>
                    <a:srgbClr val="000000"/>
                  </a:solidFill>
                  <a:latin typeface="Noto Sans"/>
                  <a:ea typeface="Noto Sans"/>
                  <a:cs typeface="Noto Sans"/>
                  <a:sym typeface="Noto Sans"/>
                </a:rPr>
                <a:t>Hungary</a:t>
              </a:r>
            </a:p>
            <a:p>
              <a:pPr algn="l">
                <a:lnSpc>
                  <a:spcPts val="2324"/>
                </a:lnSpc>
              </a:pPr>
              <a:r>
                <a:rPr lang="en-US" sz="1936">
                  <a:solidFill>
                    <a:srgbClr val="000000"/>
                  </a:solidFill>
                  <a:latin typeface="Noto Sans"/>
                  <a:ea typeface="Noto Sans"/>
                  <a:cs typeface="Noto Sans"/>
                  <a:sym typeface="Noto Sans"/>
                </a:rPr>
                <a:t>Iceland</a:t>
              </a:r>
            </a:p>
            <a:p>
              <a:pPr algn="l">
                <a:lnSpc>
                  <a:spcPts val="2324"/>
                </a:lnSpc>
              </a:pPr>
              <a:r>
                <a:rPr lang="en-US" sz="1936">
                  <a:solidFill>
                    <a:srgbClr val="000000"/>
                  </a:solidFill>
                  <a:latin typeface="Noto Sans"/>
                  <a:ea typeface="Noto Sans"/>
                  <a:cs typeface="Noto Sans"/>
                  <a:sym typeface="Noto Sans"/>
                </a:rPr>
                <a:t>India</a:t>
              </a:r>
            </a:p>
            <a:p>
              <a:pPr algn="l">
                <a:lnSpc>
                  <a:spcPts val="2324"/>
                </a:lnSpc>
              </a:pPr>
              <a:r>
                <a:rPr lang="en-US" sz="1936">
                  <a:solidFill>
                    <a:srgbClr val="000000"/>
                  </a:solidFill>
                  <a:latin typeface="Noto Sans"/>
                  <a:ea typeface="Noto Sans"/>
                  <a:cs typeface="Noto Sans"/>
                  <a:sym typeface="Noto Sans"/>
                </a:rPr>
                <a:t>Indonesia</a:t>
              </a:r>
            </a:p>
            <a:p>
              <a:pPr algn="l">
                <a:lnSpc>
                  <a:spcPts val="2324"/>
                </a:lnSpc>
              </a:pPr>
              <a:r>
                <a:rPr lang="en-US" sz="1936">
                  <a:solidFill>
                    <a:srgbClr val="000000"/>
                  </a:solidFill>
                  <a:latin typeface="Noto Sans"/>
                  <a:ea typeface="Noto Sans"/>
                  <a:cs typeface="Noto Sans"/>
                  <a:sym typeface="Noto Sans"/>
                </a:rPr>
                <a:t>Ireland</a:t>
              </a:r>
            </a:p>
          </p:txBody>
        </p:sp>
      </p:grpSp>
      <p:grpSp>
        <p:nvGrpSpPr>
          <p:cNvPr id="18" name="Group 18"/>
          <p:cNvGrpSpPr/>
          <p:nvPr/>
        </p:nvGrpSpPr>
        <p:grpSpPr>
          <a:xfrm>
            <a:off x="7452716" y="1103066"/>
            <a:ext cx="2853435" cy="6497390"/>
            <a:chOff x="0" y="0"/>
            <a:chExt cx="3804580" cy="8663187"/>
          </a:xfrm>
        </p:grpSpPr>
        <p:sp>
          <p:nvSpPr>
            <p:cNvPr id="19" name="Freeform 19"/>
            <p:cNvSpPr/>
            <p:nvPr/>
          </p:nvSpPr>
          <p:spPr>
            <a:xfrm>
              <a:off x="0" y="0"/>
              <a:ext cx="3804580" cy="8663187"/>
            </a:xfrm>
            <a:custGeom>
              <a:avLst/>
              <a:gdLst/>
              <a:ahLst/>
              <a:cxnLst/>
              <a:rect l="l" t="t" r="r" b="b"/>
              <a:pathLst>
                <a:path w="3804580" h="8663187">
                  <a:moveTo>
                    <a:pt x="0" y="0"/>
                  </a:moveTo>
                  <a:lnTo>
                    <a:pt x="3804580" y="0"/>
                  </a:lnTo>
                  <a:lnTo>
                    <a:pt x="3804580" y="8663187"/>
                  </a:lnTo>
                  <a:lnTo>
                    <a:pt x="0" y="8663187"/>
                  </a:lnTo>
                  <a:close/>
                </a:path>
              </a:pathLst>
            </a:custGeom>
            <a:solidFill>
              <a:srgbClr val="000000">
                <a:alpha val="0"/>
              </a:srgbClr>
            </a:solidFill>
          </p:spPr>
          <p:txBody>
            <a:bodyPr/>
            <a:lstStyle/>
            <a:p>
              <a:endParaRPr lang="en-US"/>
            </a:p>
          </p:txBody>
        </p:sp>
        <p:sp>
          <p:nvSpPr>
            <p:cNvPr id="20" name="TextBox 20"/>
            <p:cNvSpPr txBox="1"/>
            <p:nvPr/>
          </p:nvSpPr>
          <p:spPr>
            <a:xfrm>
              <a:off x="0" y="-9525"/>
              <a:ext cx="3804580" cy="8672712"/>
            </a:xfrm>
            <a:prstGeom prst="rect">
              <a:avLst/>
            </a:prstGeom>
          </p:spPr>
          <p:txBody>
            <a:bodyPr lIns="0" tIns="0" rIns="0" bIns="0" rtlCol="0" anchor="t"/>
            <a:lstStyle/>
            <a:p>
              <a:pPr algn="l">
                <a:lnSpc>
                  <a:spcPts val="2324"/>
                </a:lnSpc>
              </a:pPr>
              <a:r>
                <a:rPr lang="en-US" sz="1936">
                  <a:solidFill>
                    <a:srgbClr val="000000"/>
                  </a:solidFill>
                  <a:latin typeface="Noto Sans"/>
                  <a:ea typeface="Noto Sans"/>
                  <a:cs typeface="Noto Sans"/>
                  <a:sym typeface="Noto Sans"/>
                </a:rPr>
                <a:t>Israel</a:t>
              </a:r>
            </a:p>
            <a:p>
              <a:pPr algn="l">
                <a:lnSpc>
                  <a:spcPts val="2324"/>
                </a:lnSpc>
              </a:pPr>
              <a:r>
                <a:rPr lang="en-US" sz="1936">
                  <a:solidFill>
                    <a:srgbClr val="000000"/>
                  </a:solidFill>
                  <a:latin typeface="Noto Sans"/>
                  <a:ea typeface="Noto Sans"/>
                  <a:cs typeface="Noto Sans"/>
                  <a:sym typeface="Noto Sans"/>
                </a:rPr>
                <a:t>Italy</a:t>
              </a:r>
            </a:p>
            <a:p>
              <a:pPr algn="l">
                <a:lnSpc>
                  <a:spcPts val="2324"/>
                </a:lnSpc>
              </a:pPr>
              <a:r>
                <a:rPr lang="en-US" sz="1936">
                  <a:solidFill>
                    <a:srgbClr val="000000"/>
                  </a:solidFill>
                  <a:latin typeface="Noto Sans"/>
                  <a:ea typeface="Noto Sans"/>
                  <a:cs typeface="Noto Sans"/>
                  <a:sym typeface="Noto Sans"/>
                </a:rPr>
                <a:t>Jamaica</a:t>
              </a:r>
            </a:p>
            <a:p>
              <a:pPr algn="l">
                <a:lnSpc>
                  <a:spcPts val="2324"/>
                </a:lnSpc>
              </a:pPr>
              <a:r>
                <a:rPr lang="en-US" sz="1936">
                  <a:solidFill>
                    <a:srgbClr val="000000"/>
                  </a:solidFill>
                  <a:latin typeface="Noto Sans"/>
                  <a:ea typeface="Noto Sans"/>
                  <a:cs typeface="Noto Sans"/>
                  <a:sym typeface="Noto Sans"/>
                </a:rPr>
                <a:t>Japan</a:t>
              </a:r>
            </a:p>
            <a:p>
              <a:pPr algn="l">
                <a:lnSpc>
                  <a:spcPts val="2324"/>
                </a:lnSpc>
              </a:pPr>
              <a:r>
                <a:rPr lang="en-US" sz="1936">
                  <a:solidFill>
                    <a:srgbClr val="000000"/>
                  </a:solidFill>
                  <a:latin typeface="Noto Sans"/>
                  <a:ea typeface="Noto Sans"/>
                  <a:cs typeface="Noto Sans"/>
                  <a:sym typeface="Noto Sans"/>
                </a:rPr>
                <a:t>Jordan</a:t>
              </a:r>
            </a:p>
            <a:p>
              <a:pPr algn="l">
                <a:lnSpc>
                  <a:spcPts val="2324"/>
                </a:lnSpc>
              </a:pPr>
              <a:r>
                <a:rPr lang="en-US" sz="1936">
                  <a:solidFill>
                    <a:srgbClr val="000000"/>
                  </a:solidFill>
                  <a:latin typeface="Noto Sans"/>
                  <a:ea typeface="Noto Sans"/>
                  <a:cs typeface="Noto Sans"/>
                  <a:sym typeface="Noto Sans"/>
                </a:rPr>
                <a:t>Kazakhstan</a:t>
              </a:r>
            </a:p>
            <a:p>
              <a:pPr algn="l">
                <a:lnSpc>
                  <a:spcPts val="2324"/>
                </a:lnSpc>
              </a:pPr>
              <a:r>
                <a:rPr lang="en-US" sz="1936">
                  <a:solidFill>
                    <a:srgbClr val="000000"/>
                  </a:solidFill>
                  <a:latin typeface="Noto Sans"/>
                  <a:ea typeface="Noto Sans"/>
                  <a:cs typeface="Noto Sans"/>
                  <a:sym typeface="Noto Sans"/>
                </a:rPr>
                <a:t>Kenya</a:t>
              </a:r>
            </a:p>
            <a:p>
              <a:pPr algn="l">
                <a:lnSpc>
                  <a:spcPts val="2324"/>
                </a:lnSpc>
              </a:pPr>
              <a:r>
                <a:rPr lang="en-US" sz="1936">
                  <a:solidFill>
                    <a:srgbClr val="000000"/>
                  </a:solidFill>
                  <a:latin typeface="Noto Sans"/>
                  <a:ea typeface="Noto Sans"/>
                  <a:cs typeface="Noto Sans"/>
                  <a:sym typeface="Noto Sans"/>
                </a:rPr>
                <a:t>Korea</a:t>
              </a:r>
            </a:p>
            <a:p>
              <a:pPr algn="l">
                <a:lnSpc>
                  <a:spcPts val="2324"/>
                </a:lnSpc>
              </a:pPr>
              <a:r>
                <a:rPr lang="en-US" sz="1936">
                  <a:solidFill>
                    <a:srgbClr val="000000"/>
                  </a:solidFill>
                  <a:latin typeface="Noto Sans"/>
                  <a:ea typeface="Noto Sans"/>
                  <a:cs typeface="Noto Sans"/>
                  <a:sym typeface="Noto Sans"/>
                </a:rPr>
                <a:t>Kosovo</a:t>
              </a:r>
            </a:p>
            <a:p>
              <a:pPr algn="l">
                <a:lnSpc>
                  <a:spcPts val="2324"/>
                </a:lnSpc>
              </a:pPr>
              <a:r>
                <a:rPr lang="en-US" sz="1936">
                  <a:solidFill>
                    <a:srgbClr val="000000"/>
                  </a:solidFill>
                  <a:latin typeface="Noto Sans"/>
                  <a:ea typeface="Noto Sans"/>
                  <a:cs typeface="Noto Sans"/>
                  <a:sym typeface="Noto Sans"/>
                </a:rPr>
                <a:t>Kurdistan Region (Iraq)</a:t>
              </a:r>
            </a:p>
            <a:p>
              <a:pPr algn="l">
                <a:lnSpc>
                  <a:spcPts val="2324"/>
                </a:lnSpc>
              </a:pPr>
              <a:r>
                <a:rPr lang="en-US" sz="1936">
                  <a:solidFill>
                    <a:srgbClr val="000000"/>
                  </a:solidFill>
                  <a:latin typeface="Noto Sans"/>
                  <a:ea typeface="Noto Sans"/>
                  <a:cs typeface="Noto Sans"/>
                  <a:sym typeface="Noto Sans"/>
                </a:rPr>
                <a:t>Kyrgyzstan</a:t>
              </a:r>
            </a:p>
            <a:p>
              <a:pPr algn="l">
                <a:lnSpc>
                  <a:spcPts val="2324"/>
                </a:lnSpc>
              </a:pPr>
              <a:r>
                <a:rPr lang="en-US" sz="1936">
                  <a:solidFill>
                    <a:srgbClr val="000000"/>
                  </a:solidFill>
                  <a:latin typeface="Noto Sans"/>
                  <a:ea typeface="Noto Sans"/>
                  <a:cs typeface="Noto Sans"/>
                  <a:sym typeface="Noto Sans"/>
                </a:rPr>
                <a:t>Latvia</a:t>
              </a:r>
            </a:p>
            <a:p>
              <a:pPr algn="l">
                <a:lnSpc>
                  <a:spcPts val="2324"/>
                </a:lnSpc>
              </a:pPr>
              <a:r>
                <a:rPr lang="en-US" sz="1936">
                  <a:solidFill>
                    <a:srgbClr val="000000"/>
                  </a:solidFill>
                  <a:latin typeface="Noto Sans"/>
                  <a:ea typeface="Noto Sans"/>
                  <a:cs typeface="Noto Sans"/>
                  <a:sym typeface="Noto Sans"/>
                </a:rPr>
                <a:t>Lebanon</a:t>
              </a:r>
            </a:p>
            <a:p>
              <a:pPr algn="l">
                <a:lnSpc>
                  <a:spcPts val="2324"/>
                </a:lnSpc>
              </a:pPr>
              <a:r>
                <a:rPr lang="en-US" sz="1936">
                  <a:solidFill>
                    <a:srgbClr val="000000"/>
                  </a:solidFill>
                  <a:latin typeface="Noto Sans"/>
                  <a:ea typeface="Noto Sans"/>
                  <a:cs typeface="Noto Sans"/>
                  <a:sym typeface="Noto Sans"/>
                </a:rPr>
                <a:t>Lithuania</a:t>
              </a:r>
            </a:p>
            <a:p>
              <a:pPr algn="l">
                <a:lnSpc>
                  <a:spcPts val="2324"/>
                </a:lnSpc>
              </a:pPr>
              <a:r>
                <a:rPr lang="en-US" sz="1936">
                  <a:solidFill>
                    <a:srgbClr val="000000"/>
                  </a:solidFill>
                  <a:latin typeface="Noto Sans"/>
                  <a:ea typeface="Noto Sans"/>
                  <a:cs typeface="Noto Sans"/>
                  <a:sym typeface="Noto Sans"/>
                </a:rPr>
                <a:t>Luxembourg</a:t>
              </a:r>
            </a:p>
            <a:p>
              <a:pPr algn="l">
                <a:lnSpc>
                  <a:spcPts val="2324"/>
                </a:lnSpc>
              </a:pPr>
              <a:r>
                <a:rPr lang="en-US" sz="1936">
                  <a:solidFill>
                    <a:srgbClr val="000000"/>
                  </a:solidFill>
                  <a:latin typeface="Noto Sans"/>
                  <a:ea typeface="Noto Sans"/>
                  <a:cs typeface="Noto Sans"/>
                  <a:sym typeface="Noto Sans"/>
                </a:rPr>
                <a:t>Macao (China)</a:t>
              </a:r>
            </a:p>
            <a:p>
              <a:pPr algn="l">
                <a:lnSpc>
                  <a:spcPts val="2324"/>
                </a:lnSpc>
              </a:pPr>
              <a:r>
                <a:rPr lang="en-US" sz="1936">
                  <a:solidFill>
                    <a:srgbClr val="000000"/>
                  </a:solidFill>
                  <a:latin typeface="Noto Sans"/>
                  <a:ea typeface="Noto Sans"/>
                  <a:cs typeface="Noto Sans"/>
                  <a:sym typeface="Noto Sans"/>
                </a:rPr>
                <a:t>Malaysia</a:t>
              </a:r>
            </a:p>
            <a:p>
              <a:pPr algn="l">
                <a:lnSpc>
                  <a:spcPts val="2324"/>
                </a:lnSpc>
              </a:pPr>
              <a:r>
                <a:rPr lang="en-US" sz="1936">
                  <a:solidFill>
                    <a:srgbClr val="000000"/>
                  </a:solidFill>
                  <a:latin typeface="Noto Sans"/>
                  <a:ea typeface="Noto Sans"/>
                  <a:cs typeface="Noto Sans"/>
                  <a:sym typeface="Noto Sans"/>
                </a:rPr>
                <a:t>Malta</a:t>
              </a:r>
            </a:p>
            <a:p>
              <a:pPr algn="l">
                <a:lnSpc>
                  <a:spcPts val="2324"/>
                </a:lnSpc>
              </a:pPr>
              <a:r>
                <a:rPr lang="en-US" sz="1936">
                  <a:solidFill>
                    <a:srgbClr val="000000"/>
                  </a:solidFill>
                  <a:latin typeface="Noto Sans"/>
                  <a:ea typeface="Noto Sans"/>
                  <a:cs typeface="Noto Sans"/>
                  <a:sym typeface="Noto Sans"/>
                </a:rPr>
                <a:t>Mauritius</a:t>
              </a:r>
            </a:p>
            <a:p>
              <a:pPr algn="l">
                <a:lnSpc>
                  <a:spcPts val="2324"/>
                </a:lnSpc>
              </a:pPr>
              <a:r>
                <a:rPr lang="en-US" sz="1936">
                  <a:solidFill>
                    <a:srgbClr val="000000"/>
                  </a:solidFill>
                  <a:latin typeface="Noto Sans"/>
                  <a:ea typeface="Noto Sans"/>
                  <a:cs typeface="Noto Sans"/>
                  <a:sym typeface="Noto Sans"/>
                </a:rPr>
                <a:t>Mexico</a:t>
              </a:r>
            </a:p>
            <a:p>
              <a:pPr algn="l">
                <a:lnSpc>
                  <a:spcPts val="2324"/>
                </a:lnSpc>
              </a:pPr>
              <a:r>
                <a:rPr lang="en-US" sz="1936">
                  <a:solidFill>
                    <a:srgbClr val="000000"/>
                  </a:solidFill>
                  <a:latin typeface="Noto Sans"/>
                  <a:ea typeface="Noto Sans"/>
                  <a:cs typeface="Noto Sans"/>
                  <a:sym typeface="Noto Sans"/>
                </a:rPr>
                <a:t>Moldova</a:t>
              </a:r>
            </a:p>
          </p:txBody>
        </p:sp>
      </p:grpSp>
      <p:grpSp>
        <p:nvGrpSpPr>
          <p:cNvPr id="21" name="Group 21"/>
          <p:cNvGrpSpPr/>
          <p:nvPr/>
        </p:nvGrpSpPr>
        <p:grpSpPr>
          <a:xfrm>
            <a:off x="10522172" y="1105388"/>
            <a:ext cx="2616684" cy="6795464"/>
            <a:chOff x="0" y="0"/>
            <a:chExt cx="3488912" cy="9060619"/>
          </a:xfrm>
        </p:grpSpPr>
        <p:sp>
          <p:nvSpPr>
            <p:cNvPr id="22" name="Freeform 22"/>
            <p:cNvSpPr/>
            <p:nvPr/>
          </p:nvSpPr>
          <p:spPr>
            <a:xfrm>
              <a:off x="0" y="0"/>
              <a:ext cx="3488912" cy="9060619"/>
            </a:xfrm>
            <a:custGeom>
              <a:avLst/>
              <a:gdLst/>
              <a:ahLst/>
              <a:cxnLst/>
              <a:rect l="l" t="t" r="r" b="b"/>
              <a:pathLst>
                <a:path w="3488912" h="9060619">
                  <a:moveTo>
                    <a:pt x="0" y="0"/>
                  </a:moveTo>
                  <a:lnTo>
                    <a:pt x="3488912" y="0"/>
                  </a:lnTo>
                  <a:lnTo>
                    <a:pt x="3488912" y="9060619"/>
                  </a:lnTo>
                  <a:lnTo>
                    <a:pt x="0" y="9060619"/>
                  </a:lnTo>
                  <a:close/>
                </a:path>
              </a:pathLst>
            </a:custGeom>
            <a:solidFill>
              <a:srgbClr val="000000">
                <a:alpha val="0"/>
              </a:srgbClr>
            </a:solidFill>
          </p:spPr>
          <p:txBody>
            <a:bodyPr/>
            <a:lstStyle/>
            <a:p>
              <a:endParaRPr lang="en-US"/>
            </a:p>
          </p:txBody>
        </p:sp>
        <p:sp>
          <p:nvSpPr>
            <p:cNvPr id="23" name="TextBox 23"/>
            <p:cNvSpPr txBox="1"/>
            <p:nvPr/>
          </p:nvSpPr>
          <p:spPr>
            <a:xfrm>
              <a:off x="0" y="-9525"/>
              <a:ext cx="3488912" cy="9070144"/>
            </a:xfrm>
            <a:prstGeom prst="rect">
              <a:avLst/>
            </a:prstGeom>
          </p:spPr>
          <p:txBody>
            <a:bodyPr lIns="0" tIns="0" rIns="0" bIns="0" rtlCol="0" anchor="t"/>
            <a:lstStyle/>
            <a:p>
              <a:pPr algn="l">
                <a:lnSpc>
                  <a:spcPts val="2324"/>
                </a:lnSpc>
              </a:pPr>
              <a:r>
                <a:rPr lang="en-US" sz="1936">
                  <a:solidFill>
                    <a:srgbClr val="000000"/>
                  </a:solidFill>
                  <a:latin typeface="Noto Sans"/>
                  <a:ea typeface="Noto Sans"/>
                  <a:cs typeface="Noto Sans"/>
                  <a:sym typeface="Noto Sans"/>
                </a:rPr>
                <a:t>Mongolia</a:t>
              </a:r>
            </a:p>
            <a:p>
              <a:pPr algn="l">
                <a:lnSpc>
                  <a:spcPts val="2324"/>
                </a:lnSpc>
              </a:pPr>
              <a:r>
                <a:rPr lang="en-US" sz="1936">
                  <a:solidFill>
                    <a:srgbClr val="000000"/>
                  </a:solidFill>
                  <a:latin typeface="Noto Sans"/>
                  <a:ea typeface="Noto Sans"/>
                  <a:cs typeface="Noto Sans"/>
                  <a:sym typeface="Noto Sans"/>
                </a:rPr>
                <a:t>Montenegro</a:t>
              </a:r>
            </a:p>
            <a:p>
              <a:pPr algn="l">
                <a:lnSpc>
                  <a:spcPts val="2324"/>
                </a:lnSpc>
              </a:pPr>
              <a:r>
                <a:rPr lang="en-US" sz="1936">
                  <a:solidFill>
                    <a:srgbClr val="000000"/>
                  </a:solidFill>
                  <a:latin typeface="Noto Sans"/>
                  <a:ea typeface="Noto Sans"/>
                  <a:cs typeface="Noto Sans"/>
                  <a:sym typeface="Noto Sans"/>
                </a:rPr>
                <a:t>Morocco</a:t>
              </a:r>
            </a:p>
            <a:p>
              <a:pPr algn="l">
                <a:lnSpc>
                  <a:spcPts val="2324"/>
                </a:lnSpc>
              </a:pPr>
              <a:r>
                <a:rPr lang="en-US" sz="1936">
                  <a:solidFill>
                    <a:srgbClr val="000000"/>
                  </a:solidFill>
                  <a:latin typeface="Noto Sans"/>
                  <a:ea typeface="Noto Sans"/>
                  <a:cs typeface="Noto Sans"/>
                  <a:sym typeface="Noto Sans"/>
                </a:rPr>
                <a:t>Netherlands</a:t>
              </a:r>
            </a:p>
            <a:p>
              <a:pPr algn="l">
                <a:lnSpc>
                  <a:spcPts val="2324"/>
                </a:lnSpc>
              </a:pPr>
              <a:r>
                <a:rPr lang="en-US" sz="1936">
                  <a:solidFill>
                    <a:srgbClr val="000000"/>
                  </a:solidFill>
                  <a:latin typeface="Noto Sans"/>
                  <a:ea typeface="Noto Sans"/>
                  <a:cs typeface="Noto Sans"/>
                  <a:sym typeface="Noto Sans"/>
                </a:rPr>
                <a:t>New Zealand</a:t>
              </a:r>
            </a:p>
            <a:p>
              <a:pPr algn="l">
                <a:lnSpc>
                  <a:spcPts val="2324"/>
                </a:lnSpc>
              </a:pPr>
              <a:r>
                <a:rPr lang="en-US" sz="1936">
                  <a:solidFill>
                    <a:srgbClr val="000000"/>
                  </a:solidFill>
                  <a:latin typeface="Noto Sans"/>
                  <a:ea typeface="Noto Sans"/>
                  <a:cs typeface="Noto Sans"/>
                  <a:sym typeface="Noto Sans"/>
                </a:rPr>
                <a:t>North Macedonia </a:t>
              </a:r>
            </a:p>
            <a:p>
              <a:pPr algn="l">
                <a:lnSpc>
                  <a:spcPts val="2324"/>
                </a:lnSpc>
              </a:pPr>
              <a:r>
                <a:rPr lang="en-US" sz="1936">
                  <a:solidFill>
                    <a:srgbClr val="000000"/>
                  </a:solidFill>
                  <a:latin typeface="Noto Sans"/>
                  <a:ea typeface="Noto Sans"/>
                  <a:cs typeface="Noto Sans"/>
                  <a:sym typeface="Noto Sans"/>
                </a:rPr>
                <a:t>Norway</a:t>
              </a:r>
            </a:p>
            <a:p>
              <a:pPr algn="l">
                <a:lnSpc>
                  <a:spcPts val="2324"/>
                </a:lnSpc>
              </a:pPr>
              <a:r>
                <a:rPr lang="en-US" sz="1936">
                  <a:solidFill>
                    <a:srgbClr val="000000"/>
                  </a:solidFill>
                  <a:latin typeface="Noto Sans"/>
                  <a:ea typeface="Noto Sans"/>
                  <a:cs typeface="Noto Sans"/>
                  <a:sym typeface="Noto Sans"/>
                </a:rPr>
                <a:t>Palestinian Authority</a:t>
              </a:r>
            </a:p>
            <a:p>
              <a:pPr algn="l">
                <a:lnSpc>
                  <a:spcPts val="2324"/>
                </a:lnSpc>
              </a:pPr>
              <a:r>
                <a:rPr lang="en-US" sz="1936">
                  <a:solidFill>
                    <a:srgbClr val="000000"/>
                  </a:solidFill>
                  <a:latin typeface="Noto Sans"/>
                  <a:ea typeface="Noto Sans"/>
                  <a:cs typeface="Noto Sans"/>
                  <a:sym typeface="Noto Sans"/>
                </a:rPr>
                <a:t>Panama</a:t>
              </a:r>
            </a:p>
            <a:p>
              <a:pPr algn="l">
                <a:lnSpc>
                  <a:spcPts val="2324"/>
                </a:lnSpc>
              </a:pPr>
              <a:r>
                <a:rPr lang="en-US" sz="1936">
                  <a:solidFill>
                    <a:srgbClr val="000000"/>
                  </a:solidFill>
                  <a:latin typeface="Noto Sans"/>
                  <a:ea typeface="Noto Sans"/>
                  <a:cs typeface="Noto Sans"/>
                  <a:sym typeface="Noto Sans"/>
                </a:rPr>
                <a:t>Paraguay</a:t>
              </a:r>
            </a:p>
            <a:p>
              <a:pPr algn="l">
                <a:lnSpc>
                  <a:spcPts val="2324"/>
                </a:lnSpc>
              </a:pPr>
              <a:r>
                <a:rPr lang="en-US" sz="1936">
                  <a:solidFill>
                    <a:srgbClr val="000000"/>
                  </a:solidFill>
                  <a:latin typeface="Noto Sans"/>
                  <a:ea typeface="Noto Sans"/>
                  <a:cs typeface="Noto Sans"/>
                  <a:sym typeface="Noto Sans"/>
                </a:rPr>
                <a:t>Peru</a:t>
              </a:r>
            </a:p>
            <a:p>
              <a:pPr algn="l">
                <a:lnSpc>
                  <a:spcPts val="2324"/>
                </a:lnSpc>
              </a:pPr>
              <a:r>
                <a:rPr lang="en-US" sz="1936">
                  <a:solidFill>
                    <a:srgbClr val="000000"/>
                  </a:solidFill>
                  <a:latin typeface="Noto Sans"/>
                  <a:ea typeface="Noto Sans"/>
                  <a:cs typeface="Noto Sans"/>
                  <a:sym typeface="Noto Sans"/>
                </a:rPr>
                <a:t>Philippines</a:t>
              </a:r>
            </a:p>
            <a:p>
              <a:pPr algn="l">
                <a:lnSpc>
                  <a:spcPts val="2324"/>
                </a:lnSpc>
              </a:pPr>
              <a:r>
                <a:rPr lang="en-US" sz="1936">
                  <a:solidFill>
                    <a:srgbClr val="000000"/>
                  </a:solidFill>
                  <a:latin typeface="Noto Sans"/>
                  <a:ea typeface="Noto Sans"/>
                  <a:cs typeface="Noto Sans"/>
                  <a:sym typeface="Noto Sans"/>
                </a:rPr>
                <a:t>Poland</a:t>
              </a:r>
            </a:p>
            <a:p>
              <a:pPr algn="l">
                <a:lnSpc>
                  <a:spcPts val="2324"/>
                </a:lnSpc>
              </a:pPr>
              <a:r>
                <a:rPr lang="en-US" sz="1936">
                  <a:solidFill>
                    <a:srgbClr val="000000"/>
                  </a:solidFill>
                  <a:latin typeface="Noto Sans"/>
                  <a:ea typeface="Noto Sans"/>
                  <a:cs typeface="Noto Sans"/>
                  <a:sym typeface="Noto Sans"/>
                </a:rPr>
                <a:t>Portugal</a:t>
              </a:r>
            </a:p>
            <a:p>
              <a:pPr algn="l">
                <a:lnSpc>
                  <a:spcPts val="2324"/>
                </a:lnSpc>
              </a:pPr>
              <a:r>
                <a:rPr lang="en-US" sz="1936">
                  <a:solidFill>
                    <a:srgbClr val="000000"/>
                  </a:solidFill>
                  <a:latin typeface="Noto Sans"/>
                  <a:ea typeface="Noto Sans"/>
                  <a:cs typeface="Noto Sans"/>
                  <a:sym typeface="Noto Sans"/>
                </a:rPr>
                <a:t>Qatar</a:t>
              </a:r>
            </a:p>
            <a:p>
              <a:pPr algn="l">
                <a:lnSpc>
                  <a:spcPts val="2324"/>
                </a:lnSpc>
              </a:pPr>
              <a:r>
                <a:rPr lang="en-US" sz="1936">
                  <a:solidFill>
                    <a:srgbClr val="000000"/>
                  </a:solidFill>
                  <a:latin typeface="Noto Sans"/>
                  <a:ea typeface="Noto Sans"/>
                  <a:cs typeface="Noto Sans"/>
                  <a:sym typeface="Noto Sans"/>
                </a:rPr>
                <a:t>Romania</a:t>
              </a:r>
            </a:p>
            <a:p>
              <a:pPr algn="l">
                <a:lnSpc>
                  <a:spcPts val="2324"/>
                </a:lnSpc>
              </a:pPr>
              <a:r>
                <a:rPr lang="en-US" sz="1936">
                  <a:solidFill>
                    <a:srgbClr val="000000"/>
                  </a:solidFill>
                  <a:latin typeface="Noto Sans"/>
                  <a:ea typeface="Noto Sans"/>
                  <a:cs typeface="Noto Sans"/>
                  <a:sym typeface="Noto Sans"/>
                </a:rPr>
                <a:t>Russian Federation</a:t>
              </a:r>
            </a:p>
            <a:p>
              <a:pPr algn="l">
                <a:lnSpc>
                  <a:spcPts val="2324"/>
                </a:lnSpc>
              </a:pPr>
              <a:r>
                <a:rPr lang="en-US" sz="1936">
                  <a:solidFill>
                    <a:srgbClr val="000000"/>
                  </a:solidFill>
                  <a:latin typeface="Noto Sans"/>
                  <a:ea typeface="Noto Sans"/>
                  <a:cs typeface="Noto Sans"/>
                  <a:sym typeface="Noto Sans"/>
                </a:rPr>
                <a:t>Rwanda</a:t>
              </a:r>
            </a:p>
            <a:p>
              <a:pPr algn="l">
                <a:lnSpc>
                  <a:spcPts val="2324"/>
                </a:lnSpc>
              </a:pPr>
              <a:r>
                <a:rPr lang="en-US" sz="1936">
                  <a:solidFill>
                    <a:srgbClr val="000000"/>
                  </a:solidFill>
                  <a:latin typeface="Noto Sans"/>
                  <a:ea typeface="Noto Sans"/>
                  <a:cs typeface="Noto Sans"/>
                  <a:sym typeface="Noto Sans"/>
                </a:rPr>
                <a:t>Saudi Arabia</a:t>
              </a:r>
            </a:p>
            <a:p>
              <a:pPr algn="l">
                <a:lnSpc>
                  <a:spcPts val="2324"/>
                </a:lnSpc>
              </a:pPr>
              <a:r>
                <a:rPr lang="en-US" sz="1936">
                  <a:solidFill>
                    <a:srgbClr val="000000"/>
                  </a:solidFill>
                  <a:latin typeface="Noto Sans"/>
                  <a:ea typeface="Noto Sans"/>
                  <a:cs typeface="Noto Sans"/>
                  <a:sym typeface="Noto Sans"/>
                </a:rPr>
                <a:t>Senegal</a:t>
              </a:r>
            </a:p>
            <a:p>
              <a:pPr algn="l">
                <a:lnSpc>
                  <a:spcPts val="2324"/>
                </a:lnSpc>
              </a:pPr>
              <a:r>
                <a:rPr lang="en-US" sz="1936">
                  <a:solidFill>
                    <a:srgbClr val="000000"/>
                  </a:solidFill>
                  <a:latin typeface="Noto Sans"/>
                  <a:ea typeface="Noto Sans"/>
                  <a:cs typeface="Noto Sans"/>
                  <a:sym typeface="Noto Sans"/>
                </a:rPr>
                <a:t>Serbia</a:t>
              </a:r>
            </a:p>
            <a:p>
              <a:pPr algn="l">
                <a:lnSpc>
                  <a:spcPts val="2324"/>
                </a:lnSpc>
              </a:pPr>
              <a:endParaRPr lang="en-US" sz="1936">
                <a:solidFill>
                  <a:srgbClr val="000000"/>
                </a:solidFill>
                <a:latin typeface="Noto Sans"/>
                <a:ea typeface="Noto Sans"/>
                <a:cs typeface="Noto Sans"/>
                <a:sym typeface="Noto Sans"/>
              </a:endParaRPr>
            </a:p>
          </p:txBody>
        </p:sp>
      </p:grpSp>
      <p:grpSp>
        <p:nvGrpSpPr>
          <p:cNvPr id="24" name="Group 24"/>
          <p:cNvGrpSpPr/>
          <p:nvPr/>
        </p:nvGrpSpPr>
        <p:grpSpPr>
          <a:xfrm>
            <a:off x="13354402" y="1105388"/>
            <a:ext cx="2705951" cy="5900468"/>
            <a:chOff x="0" y="0"/>
            <a:chExt cx="3607935" cy="7867291"/>
          </a:xfrm>
        </p:grpSpPr>
        <p:sp>
          <p:nvSpPr>
            <p:cNvPr id="25" name="Freeform 25"/>
            <p:cNvSpPr/>
            <p:nvPr/>
          </p:nvSpPr>
          <p:spPr>
            <a:xfrm>
              <a:off x="0" y="0"/>
              <a:ext cx="3607935" cy="7867291"/>
            </a:xfrm>
            <a:custGeom>
              <a:avLst/>
              <a:gdLst/>
              <a:ahLst/>
              <a:cxnLst/>
              <a:rect l="l" t="t" r="r" b="b"/>
              <a:pathLst>
                <a:path w="3607935" h="7867291">
                  <a:moveTo>
                    <a:pt x="0" y="0"/>
                  </a:moveTo>
                  <a:lnTo>
                    <a:pt x="3607935" y="0"/>
                  </a:lnTo>
                  <a:lnTo>
                    <a:pt x="3607935" y="7867291"/>
                  </a:lnTo>
                  <a:lnTo>
                    <a:pt x="0" y="7867291"/>
                  </a:lnTo>
                  <a:close/>
                </a:path>
              </a:pathLst>
            </a:custGeom>
            <a:solidFill>
              <a:srgbClr val="000000">
                <a:alpha val="0"/>
              </a:srgbClr>
            </a:solidFill>
          </p:spPr>
          <p:txBody>
            <a:bodyPr/>
            <a:lstStyle/>
            <a:p>
              <a:endParaRPr lang="en-US"/>
            </a:p>
          </p:txBody>
        </p:sp>
        <p:sp>
          <p:nvSpPr>
            <p:cNvPr id="26" name="TextBox 26"/>
            <p:cNvSpPr txBox="1"/>
            <p:nvPr/>
          </p:nvSpPr>
          <p:spPr>
            <a:xfrm>
              <a:off x="0" y="-9525"/>
              <a:ext cx="3607935" cy="7876816"/>
            </a:xfrm>
            <a:prstGeom prst="rect">
              <a:avLst/>
            </a:prstGeom>
          </p:spPr>
          <p:txBody>
            <a:bodyPr lIns="0" tIns="0" rIns="0" bIns="0" rtlCol="0" anchor="t"/>
            <a:lstStyle/>
            <a:p>
              <a:pPr algn="l">
                <a:lnSpc>
                  <a:spcPts val="2324"/>
                </a:lnSpc>
              </a:pPr>
              <a:r>
                <a:rPr lang="en-US" sz="1936">
                  <a:solidFill>
                    <a:srgbClr val="000000"/>
                  </a:solidFill>
                  <a:latin typeface="Noto Sans"/>
                  <a:ea typeface="Noto Sans"/>
                  <a:cs typeface="Noto Sans"/>
                  <a:sym typeface="Noto Sans"/>
                </a:rPr>
                <a:t>Singapore </a:t>
              </a:r>
            </a:p>
            <a:p>
              <a:pPr algn="l">
                <a:lnSpc>
                  <a:spcPts val="2324"/>
                </a:lnSpc>
              </a:pPr>
              <a:r>
                <a:rPr lang="en-US" sz="1936">
                  <a:solidFill>
                    <a:srgbClr val="000000"/>
                  </a:solidFill>
                  <a:latin typeface="Noto Sans"/>
                  <a:ea typeface="Noto Sans"/>
                  <a:cs typeface="Noto Sans"/>
                  <a:sym typeface="Noto Sans"/>
                </a:rPr>
                <a:t>Slovak Republic</a:t>
              </a:r>
            </a:p>
            <a:p>
              <a:pPr algn="l">
                <a:lnSpc>
                  <a:spcPts val="2324"/>
                </a:lnSpc>
              </a:pPr>
              <a:r>
                <a:rPr lang="en-US" sz="1936">
                  <a:solidFill>
                    <a:srgbClr val="000000"/>
                  </a:solidFill>
                  <a:latin typeface="Noto Sans"/>
                  <a:ea typeface="Noto Sans"/>
                  <a:cs typeface="Noto Sans"/>
                  <a:sym typeface="Noto Sans"/>
                </a:rPr>
                <a:t>Slovenia</a:t>
              </a:r>
            </a:p>
            <a:p>
              <a:pPr algn="l">
                <a:lnSpc>
                  <a:spcPts val="2324"/>
                </a:lnSpc>
              </a:pPr>
              <a:r>
                <a:rPr lang="en-US" sz="1936">
                  <a:solidFill>
                    <a:srgbClr val="000000"/>
                  </a:solidFill>
                  <a:latin typeface="Noto Sans"/>
                  <a:ea typeface="Noto Sans"/>
                  <a:cs typeface="Noto Sans"/>
                  <a:sym typeface="Noto Sans"/>
                </a:rPr>
                <a:t>Spain</a:t>
              </a:r>
            </a:p>
            <a:p>
              <a:pPr algn="l">
                <a:lnSpc>
                  <a:spcPts val="2324"/>
                </a:lnSpc>
              </a:pPr>
              <a:r>
                <a:rPr lang="en-US" sz="1936">
                  <a:solidFill>
                    <a:srgbClr val="000000"/>
                  </a:solidFill>
                  <a:latin typeface="Noto Sans"/>
                  <a:ea typeface="Noto Sans"/>
                  <a:cs typeface="Noto Sans"/>
                  <a:sym typeface="Noto Sans"/>
                </a:rPr>
                <a:t>Sweden</a:t>
              </a:r>
            </a:p>
            <a:p>
              <a:pPr algn="l">
                <a:lnSpc>
                  <a:spcPts val="2324"/>
                </a:lnSpc>
              </a:pPr>
              <a:r>
                <a:rPr lang="en-US" sz="1936">
                  <a:solidFill>
                    <a:srgbClr val="000000"/>
                  </a:solidFill>
                  <a:latin typeface="Noto Sans"/>
                  <a:ea typeface="Noto Sans"/>
                  <a:cs typeface="Noto Sans"/>
                  <a:sym typeface="Noto Sans"/>
                </a:rPr>
                <a:t>Switzerland</a:t>
              </a:r>
            </a:p>
            <a:p>
              <a:pPr algn="l">
                <a:lnSpc>
                  <a:spcPts val="2324"/>
                </a:lnSpc>
              </a:pPr>
              <a:r>
                <a:rPr lang="en-US" sz="1936">
                  <a:solidFill>
                    <a:srgbClr val="000000"/>
                  </a:solidFill>
                  <a:latin typeface="Noto Sans"/>
                  <a:ea typeface="Noto Sans"/>
                  <a:cs typeface="Noto Sans"/>
                  <a:sym typeface="Noto Sans"/>
                </a:rPr>
                <a:t>Tajikistan</a:t>
              </a:r>
            </a:p>
            <a:p>
              <a:pPr algn="l">
                <a:lnSpc>
                  <a:spcPts val="2324"/>
                </a:lnSpc>
              </a:pPr>
              <a:r>
                <a:rPr lang="en-US" sz="1936">
                  <a:solidFill>
                    <a:srgbClr val="000000"/>
                  </a:solidFill>
                  <a:latin typeface="Noto Sans"/>
                  <a:ea typeface="Noto Sans"/>
                  <a:cs typeface="Noto Sans"/>
                  <a:sym typeface="Noto Sans"/>
                </a:rPr>
                <a:t>Thailand</a:t>
              </a:r>
            </a:p>
            <a:p>
              <a:pPr algn="l">
                <a:lnSpc>
                  <a:spcPts val="2324"/>
                </a:lnSpc>
              </a:pPr>
              <a:r>
                <a:rPr lang="en-US" sz="1936">
                  <a:solidFill>
                    <a:srgbClr val="000000"/>
                  </a:solidFill>
                  <a:latin typeface="Noto Sans"/>
                  <a:ea typeface="Noto Sans"/>
                  <a:cs typeface="Noto Sans"/>
                  <a:sym typeface="Noto Sans"/>
                </a:rPr>
                <a:t>Trinidad &amp; Tobago</a:t>
              </a:r>
            </a:p>
            <a:p>
              <a:pPr algn="l">
                <a:lnSpc>
                  <a:spcPts val="2324"/>
                </a:lnSpc>
              </a:pPr>
              <a:r>
                <a:rPr lang="en-US" sz="1936">
                  <a:solidFill>
                    <a:srgbClr val="000000"/>
                  </a:solidFill>
                  <a:latin typeface="Noto Sans"/>
                  <a:ea typeface="Noto Sans"/>
                  <a:cs typeface="Noto Sans"/>
                  <a:sym typeface="Noto Sans"/>
                </a:rPr>
                <a:t>Tunisia</a:t>
              </a:r>
            </a:p>
            <a:p>
              <a:pPr algn="l">
                <a:lnSpc>
                  <a:spcPts val="2324"/>
                </a:lnSpc>
              </a:pPr>
              <a:r>
                <a:rPr lang="en-US" sz="1936">
                  <a:solidFill>
                    <a:srgbClr val="000000"/>
                  </a:solidFill>
                  <a:latin typeface="Noto Sans"/>
                  <a:ea typeface="Noto Sans"/>
                  <a:cs typeface="Noto Sans"/>
                  <a:sym typeface="Noto Sans"/>
                </a:rPr>
                <a:t>Türkiye</a:t>
              </a:r>
            </a:p>
            <a:p>
              <a:pPr algn="l">
                <a:lnSpc>
                  <a:spcPts val="2324"/>
                </a:lnSpc>
              </a:pPr>
              <a:r>
                <a:rPr lang="en-US" sz="1936">
                  <a:solidFill>
                    <a:srgbClr val="000000"/>
                  </a:solidFill>
                  <a:latin typeface="Noto Sans"/>
                  <a:ea typeface="Noto Sans"/>
                  <a:cs typeface="Noto Sans"/>
                  <a:sym typeface="Noto Sans"/>
                </a:rPr>
                <a:t>Ukraine</a:t>
              </a:r>
            </a:p>
            <a:p>
              <a:pPr algn="l">
                <a:lnSpc>
                  <a:spcPts val="2324"/>
                </a:lnSpc>
              </a:pPr>
              <a:r>
                <a:rPr lang="en-US" sz="1936">
                  <a:solidFill>
                    <a:srgbClr val="000000"/>
                  </a:solidFill>
                  <a:latin typeface="Noto Sans"/>
                  <a:ea typeface="Noto Sans"/>
                  <a:cs typeface="Noto Sans"/>
                  <a:sym typeface="Noto Sans"/>
                </a:rPr>
                <a:t>United Arab Emirates</a:t>
              </a:r>
            </a:p>
            <a:p>
              <a:pPr algn="l">
                <a:lnSpc>
                  <a:spcPts val="2324"/>
                </a:lnSpc>
              </a:pPr>
              <a:r>
                <a:rPr lang="en-US" sz="1936">
                  <a:solidFill>
                    <a:srgbClr val="000000"/>
                  </a:solidFill>
                  <a:latin typeface="Noto Sans"/>
                  <a:ea typeface="Noto Sans"/>
                  <a:cs typeface="Noto Sans"/>
                  <a:sym typeface="Noto Sans"/>
                </a:rPr>
                <a:t>United Kingdom</a:t>
              </a:r>
            </a:p>
            <a:p>
              <a:pPr algn="l">
                <a:lnSpc>
                  <a:spcPts val="2324"/>
                </a:lnSpc>
              </a:pPr>
              <a:r>
                <a:rPr lang="en-US" sz="1936">
                  <a:solidFill>
                    <a:srgbClr val="000000"/>
                  </a:solidFill>
                  <a:latin typeface="Noto Sans"/>
                  <a:ea typeface="Noto Sans"/>
                  <a:cs typeface="Noto Sans"/>
                  <a:sym typeface="Noto Sans"/>
                </a:rPr>
                <a:t>United States</a:t>
              </a:r>
            </a:p>
            <a:p>
              <a:pPr algn="l">
                <a:lnSpc>
                  <a:spcPts val="2324"/>
                </a:lnSpc>
              </a:pPr>
              <a:r>
                <a:rPr lang="en-US" sz="1936">
                  <a:solidFill>
                    <a:srgbClr val="000000"/>
                  </a:solidFill>
                  <a:latin typeface="Noto Sans"/>
                  <a:ea typeface="Noto Sans"/>
                  <a:cs typeface="Noto Sans"/>
                  <a:sym typeface="Noto Sans"/>
                </a:rPr>
                <a:t>Uruguay</a:t>
              </a:r>
            </a:p>
            <a:p>
              <a:pPr algn="l">
                <a:lnSpc>
                  <a:spcPts val="2324"/>
                </a:lnSpc>
              </a:pPr>
              <a:r>
                <a:rPr lang="en-US" sz="1936">
                  <a:solidFill>
                    <a:srgbClr val="000000"/>
                  </a:solidFill>
                  <a:latin typeface="Noto Sans"/>
                  <a:ea typeface="Noto Sans"/>
                  <a:cs typeface="Noto Sans"/>
                  <a:sym typeface="Noto Sans"/>
                </a:rPr>
                <a:t>Uzbekistan</a:t>
              </a:r>
            </a:p>
            <a:p>
              <a:pPr algn="l">
                <a:lnSpc>
                  <a:spcPts val="2324"/>
                </a:lnSpc>
              </a:pPr>
              <a:r>
                <a:rPr lang="en-US" sz="1936">
                  <a:solidFill>
                    <a:srgbClr val="000000"/>
                  </a:solidFill>
                  <a:latin typeface="Noto Sans"/>
                  <a:ea typeface="Noto Sans"/>
                  <a:cs typeface="Noto Sans"/>
                  <a:sym typeface="Noto Sans"/>
                </a:rPr>
                <a:t>Venezuela</a:t>
              </a:r>
            </a:p>
            <a:p>
              <a:pPr algn="l">
                <a:lnSpc>
                  <a:spcPts val="2324"/>
                </a:lnSpc>
              </a:pPr>
              <a:r>
                <a:rPr lang="en-US" sz="1936">
                  <a:solidFill>
                    <a:srgbClr val="000000"/>
                  </a:solidFill>
                  <a:latin typeface="Noto Sans"/>
                  <a:ea typeface="Noto Sans"/>
                  <a:cs typeface="Noto Sans"/>
                  <a:sym typeface="Noto Sans"/>
                </a:rPr>
                <a:t>Viet Nam</a:t>
              </a:r>
            </a:p>
            <a:p>
              <a:pPr algn="l">
                <a:lnSpc>
                  <a:spcPts val="2324"/>
                </a:lnSpc>
              </a:pPr>
              <a:r>
                <a:rPr lang="en-US" sz="1936">
                  <a:solidFill>
                    <a:srgbClr val="000000"/>
                  </a:solidFill>
                  <a:latin typeface="Noto Sans"/>
                  <a:ea typeface="Noto Sans"/>
                  <a:cs typeface="Noto Sans"/>
                  <a:sym typeface="Noto Sans"/>
                </a:rPr>
                <a:t>Zambia</a:t>
              </a:r>
            </a:p>
          </p:txBody>
        </p:sp>
      </p:grpSp>
      <p:grpSp>
        <p:nvGrpSpPr>
          <p:cNvPr id="27" name="Group 27"/>
          <p:cNvGrpSpPr/>
          <p:nvPr/>
        </p:nvGrpSpPr>
        <p:grpSpPr>
          <a:xfrm>
            <a:off x="11862359" y="8570057"/>
            <a:ext cx="5632349" cy="1167640"/>
            <a:chOff x="-305319" y="-56959"/>
            <a:chExt cx="7509799" cy="1556854"/>
          </a:xfrm>
        </p:grpSpPr>
        <p:sp>
          <p:nvSpPr>
            <p:cNvPr id="28" name="Freeform 28"/>
            <p:cNvSpPr/>
            <p:nvPr/>
          </p:nvSpPr>
          <p:spPr>
            <a:xfrm>
              <a:off x="0" y="0"/>
              <a:ext cx="7204480" cy="1499895"/>
            </a:xfrm>
            <a:custGeom>
              <a:avLst/>
              <a:gdLst/>
              <a:ahLst/>
              <a:cxnLst/>
              <a:rect l="l" t="t" r="r" b="b"/>
              <a:pathLst>
                <a:path w="7204480" h="1499895">
                  <a:moveTo>
                    <a:pt x="0" y="0"/>
                  </a:moveTo>
                  <a:lnTo>
                    <a:pt x="7204480" y="0"/>
                  </a:lnTo>
                  <a:lnTo>
                    <a:pt x="7204480" y="1499895"/>
                  </a:lnTo>
                  <a:lnTo>
                    <a:pt x="0" y="1499895"/>
                  </a:lnTo>
                  <a:close/>
                </a:path>
              </a:pathLst>
            </a:custGeom>
            <a:solidFill>
              <a:srgbClr val="000000">
                <a:alpha val="0"/>
              </a:srgbClr>
            </a:solidFill>
          </p:spPr>
          <p:txBody>
            <a:bodyPr/>
            <a:lstStyle/>
            <a:p>
              <a:endParaRPr lang="en-US"/>
            </a:p>
          </p:txBody>
        </p:sp>
        <p:sp>
          <p:nvSpPr>
            <p:cNvPr id="29" name="TextBox 29"/>
            <p:cNvSpPr txBox="1"/>
            <p:nvPr/>
          </p:nvSpPr>
          <p:spPr>
            <a:xfrm>
              <a:off x="-305319" y="-56959"/>
              <a:ext cx="7204480" cy="1528470"/>
            </a:xfrm>
            <a:prstGeom prst="rect">
              <a:avLst/>
            </a:prstGeom>
          </p:spPr>
          <p:txBody>
            <a:bodyPr lIns="0" tIns="0" rIns="0" bIns="0" rtlCol="0" anchor="t"/>
            <a:lstStyle/>
            <a:p>
              <a:pPr algn="r">
                <a:lnSpc>
                  <a:spcPts val="1743"/>
                </a:lnSpc>
              </a:pPr>
              <a:r>
                <a:rPr lang="en-US" sz="1200">
                  <a:solidFill>
                    <a:srgbClr val="000000"/>
                  </a:solidFill>
                  <a:latin typeface="Noto Sans"/>
                  <a:ea typeface="Noto Sans"/>
                  <a:cs typeface="Noto Sans"/>
                  <a:sym typeface="Noto Sans"/>
                </a:rPr>
                <a:t>For more information about years </a:t>
              </a:r>
            </a:p>
            <a:p>
              <a:pPr algn="r">
                <a:lnSpc>
                  <a:spcPts val="1743"/>
                </a:lnSpc>
              </a:pPr>
              <a:r>
                <a:rPr lang="en-US" sz="1200">
                  <a:solidFill>
                    <a:srgbClr val="000000"/>
                  </a:solidFill>
                  <a:latin typeface="Noto Sans"/>
                  <a:ea typeface="Noto Sans"/>
                  <a:cs typeface="Noto Sans"/>
                  <a:sym typeface="Noto Sans"/>
                </a:rPr>
                <a:t>of participation and national </a:t>
              </a:r>
            </a:p>
            <a:p>
              <a:pPr algn="r">
                <a:lnSpc>
                  <a:spcPts val="1743"/>
                </a:lnSpc>
              </a:pPr>
              <a:r>
                <a:rPr lang="en-US" sz="1200">
                  <a:solidFill>
                    <a:srgbClr val="000000"/>
                  </a:solidFill>
                  <a:latin typeface="Noto Sans"/>
                  <a:ea typeface="Noto Sans"/>
                  <a:cs typeface="Noto Sans"/>
                  <a:sym typeface="Noto Sans"/>
                </a:rPr>
                <a:t>coverage, please consult our website: </a:t>
              </a:r>
              <a:r>
                <a:rPr lang="en-US" sz="1200" u="sng">
                  <a:solidFill>
                    <a:srgbClr val="4F81BD"/>
                  </a:solidFill>
                  <a:latin typeface="Noto Sans"/>
                  <a:ea typeface="Noto Sans"/>
                  <a:cs typeface="Noto Sans"/>
                  <a:sym typeface="Noto Sans"/>
                </a:rPr>
                <a:t>https://www.oecd.org/en/about/programmes/pisa/pisa-participants.html</a:t>
              </a:r>
            </a:p>
            <a:p>
              <a:pPr algn="r">
                <a:lnSpc>
                  <a:spcPts val="1743"/>
                </a:lnSpc>
              </a:pPr>
              <a:endParaRPr lang="en-US" sz="1200" u="sng">
                <a:solidFill>
                  <a:srgbClr val="4F81BD"/>
                </a:solidFill>
                <a:latin typeface="Noto Sans"/>
                <a:ea typeface="Noto Sans"/>
                <a:cs typeface="Noto Sans"/>
                <a:sym typeface="Noto Sans"/>
              </a:endParaRPr>
            </a:p>
          </p:txBody>
        </p:sp>
      </p:grpSp>
      <p:grpSp>
        <p:nvGrpSpPr>
          <p:cNvPr id="30" name="Group 30"/>
          <p:cNvGrpSpPr/>
          <p:nvPr/>
        </p:nvGrpSpPr>
        <p:grpSpPr>
          <a:xfrm>
            <a:off x="17614914" y="-79"/>
            <a:ext cx="854005" cy="10287014"/>
            <a:chOff x="0" y="0"/>
            <a:chExt cx="935551" cy="13716019"/>
          </a:xfrm>
        </p:grpSpPr>
        <p:sp>
          <p:nvSpPr>
            <p:cNvPr id="31" name="Freeform 31"/>
            <p:cNvSpPr/>
            <p:nvPr/>
          </p:nvSpPr>
          <p:spPr>
            <a:xfrm>
              <a:off x="0" y="0"/>
              <a:ext cx="935550" cy="13716000"/>
            </a:xfrm>
            <a:custGeom>
              <a:avLst/>
              <a:gdLst/>
              <a:ahLst/>
              <a:cxnLst/>
              <a:rect l="l" t="t" r="r" b="b"/>
              <a:pathLst>
                <a:path w="935550" h="13716000">
                  <a:moveTo>
                    <a:pt x="0" y="0"/>
                  </a:moveTo>
                  <a:lnTo>
                    <a:pt x="935550" y="0"/>
                  </a:lnTo>
                  <a:lnTo>
                    <a:pt x="935550" y="13716000"/>
                  </a:lnTo>
                  <a:lnTo>
                    <a:pt x="0" y="13716000"/>
                  </a:lnTo>
                  <a:close/>
                </a:path>
              </a:pathLst>
            </a:custGeom>
            <a:solidFill>
              <a:srgbClr val="262964"/>
            </a:solidFill>
          </p:spPr>
          <p:txBody>
            <a:bodyPr/>
            <a:lstStyle/>
            <a:p>
              <a:endParaRPr lang="en-US"/>
            </a:p>
          </p:txBody>
        </p:sp>
      </p:grpSp>
      <p:grpSp>
        <p:nvGrpSpPr>
          <p:cNvPr id="32" name="Group 32"/>
          <p:cNvGrpSpPr/>
          <p:nvPr/>
        </p:nvGrpSpPr>
        <p:grpSpPr>
          <a:xfrm rot="-5400000">
            <a:off x="8671926" y="895011"/>
            <a:ext cx="972724" cy="18316577"/>
            <a:chOff x="0" y="0"/>
            <a:chExt cx="959994" cy="24436233"/>
          </a:xfrm>
        </p:grpSpPr>
        <p:sp>
          <p:nvSpPr>
            <p:cNvPr id="33" name="Freeform 33"/>
            <p:cNvSpPr/>
            <p:nvPr/>
          </p:nvSpPr>
          <p:spPr>
            <a:xfrm>
              <a:off x="0" y="0"/>
              <a:ext cx="959993" cy="24436197"/>
            </a:xfrm>
            <a:custGeom>
              <a:avLst/>
              <a:gdLst/>
              <a:ahLst/>
              <a:cxnLst/>
              <a:rect l="l" t="t" r="r" b="b"/>
              <a:pathLst>
                <a:path w="959993" h="24436197">
                  <a:moveTo>
                    <a:pt x="0" y="0"/>
                  </a:moveTo>
                  <a:lnTo>
                    <a:pt x="959993" y="0"/>
                  </a:lnTo>
                  <a:lnTo>
                    <a:pt x="959993" y="24436197"/>
                  </a:lnTo>
                  <a:lnTo>
                    <a:pt x="0" y="24436197"/>
                  </a:lnTo>
                  <a:close/>
                </a:path>
              </a:pathLst>
            </a:custGeom>
            <a:solidFill>
              <a:srgbClr val="262964"/>
            </a:solidFill>
          </p:spPr>
          <p:txBody>
            <a:bodyPr/>
            <a:lstStyle/>
            <a:p>
              <a:endParaRPr lang="en-US"/>
            </a:p>
          </p:txBody>
        </p:sp>
      </p:grpSp>
      <p:sp>
        <p:nvSpPr>
          <p:cNvPr id="8" name="TextBox 7">
            <a:extLst>
              <a:ext uri="{FF2B5EF4-FFF2-40B4-BE49-F238E27FC236}">
                <a16:creationId xmlns:a16="http://schemas.microsoft.com/office/drawing/2014/main" id="{5E1DF9DC-EA3B-22DB-9A96-68CE82C89203}"/>
              </a:ext>
            </a:extLst>
          </p:cNvPr>
          <p:cNvSpPr txBox="1"/>
          <p:nvPr/>
        </p:nvSpPr>
        <p:spPr>
          <a:xfrm>
            <a:off x="15950086" y="9573781"/>
            <a:ext cx="1951630" cy="400110"/>
          </a:xfrm>
          <a:custGeom>
            <a:avLst/>
            <a:gdLst>
              <a:gd name="connsiteX0" fmla="*/ 0 w 9144000"/>
              <a:gd name="connsiteY0" fmla="*/ 0 h 400110"/>
              <a:gd name="connsiteX1" fmla="*/ 9144000 w 9144000"/>
              <a:gd name="connsiteY1" fmla="*/ 0 h 400110"/>
              <a:gd name="connsiteX2" fmla="*/ 9144000 w 9144000"/>
              <a:gd name="connsiteY2" fmla="*/ 400110 h 400110"/>
              <a:gd name="connsiteX3" fmla="*/ 0 w 9144000"/>
              <a:gd name="connsiteY3" fmla="*/ 400110 h 400110"/>
              <a:gd name="connsiteX4" fmla="*/ 0 w 9144000"/>
              <a:gd name="connsiteY4" fmla="*/ 0 h 400110"/>
              <a:gd name="connsiteX0" fmla="*/ 0 w 9144000"/>
              <a:gd name="connsiteY0" fmla="*/ 0 h 400110"/>
              <a:gd name="connsiteX1" fmla="*/ 2606722 w 9144000"/>
              <a:gd name="connsiteY1" fmla="*/ 13648 h 400110"/>
              <a:gd name="connsiteX2" fmla="*/ 9144000 w 9144000"/>
              <a:gd name="connsiteY2" fmla="*/ 400110 h 400110"/>
              <a:gd name="connsiteX3" fmla="*/ 0 w 9144000"/>
              <a:gd name="connsiteY3" fmla="*/ 400110 h 400110"/>
              <a:gd name="connsiteX4" fmla="*/ 0 w 9144000"/>
              <a:gd name="connsiteY4" fmla="*/ 0 h 400110"/>
              <a:gd name="connsiteX0" fmla="*/ 0 w 2634018"/>
              <a:gd name="connsiteY0" fmla="*/ 0 h 413757"/>
              <a:gd name="connsiteX1" fmla="*/ 2606722 w 2634018"/>
              <a:gd name="connsiteY1" fmla="*/ 13648 h 413757"/>
              <a:gd name="connsiteX2" fmla="*/ 2634018 w 2634018"/>
              <a:gd name="connsiteY2" fmla="*/ 413757 h 413757"/>
              <a:gd name="connsiteX3" fmla="*/ 0 w 2634018"/>
              <a:gd name="connsiteY3" fmla="*/ 400110 h 413757"/>
              <a:gd name="connsiteX4" fmla="*/ 0 w 2634018"/>
              <a:gd name="connsiteY4" fmla="*/ 0 h 413757"/>
              <a:gd name="connsiteX0" fmla="*/ 0 w 2634018"/>
              <a:gd name="connsiteY0" fmla="*/ 13648 h 427405"/>
              <a:gd name="connsiteX1" fmla="*/ 1883391 w 2634018"/>
              <a:gd name="connsiteY1" fmla="*/ 0 h 427405"/>
              <a:gd name="connsiteX2" fmla="*/ 2634018 w 2634018"/>
              <a:gd name="connsiteY2" fmla="*/ 427405 h 427405"/>
              <a:gd name="connsiteX3" fmla="*/ 0 w 2634018"/>
              <a:gd name="connsiteY3" fmla="*/ 413758 h 427405"/>
              <a:gd name="connsiteX4" fmla="*/ 0 w 2634018"/>
              <a:gd name="connsiteY4" fmla="*/ 13648 h 427405"/>
              <a:gd name="connsiteX0" fmla="*/ 0 w 1951630"/>
              <a:gd name="connsiteY0" fmla="*/ 13648 h 441052"/>
              <a:gd name="connsiteX1" fmla="*/ 1883391 w 1951630"/>
              <a:gd name="connsiteY1" fmla="*/ 0 h 441052"/>
              <a:gd name="connsiteX2" fmla="*/ 1951630 w 1951630"/>
              <a:gd name="connsiteY2" fmla="*/ 441052 h 441052"/>
              <a:gd name="connsiteX3" fmla="*/ 0 w 1951630"/>
              <a:gd name="connsiteY3" fmla="*/ 413758 h 441052"/>
              <a:gd name="connsiteX4" fmla="*/ 0 w 1951630"/>
              <a:gd name="connsiteY4" fmla="*/ 13648 h 44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1630" h="441052">
                <a:moveTo>
                  <a:pt x="0" y="13648"/>
                </a:moveTo>
                <a:lnTo>
                  <a:pt x="1883391" y="0"/>
                </a:lnTo>
                <a:lnTo>
                  <a:pt x="1951630" y="441052"/>
                </a:lnTo>
                <a:lnTo>
                  <a:pt x="0" y="413758"/>
                </a:lnTo>
                <a:lnTo>
                  <a:pt x="0" y="13648"/>
                </a:lnTo>
                <a:close/>
              </a:path>
            </a:pathLst>
          </a:custGeom>
          <a:noFill/>
        </p:spPr>
        <p:txBody>
          <a:bodyPr wrap="square">
            <a:spAutoFit/>
          </a:bodyPr>
          <a:lstStyle/>
          <a:p>
            <a:r>
              <a:rPr lang="en-US" sz="2000" b="0" i="0">
                <a:solidFill>
                  <a:schemeClr val="bg1"/>
                </a:solidFill>
                <a:effectLst/>
                <a:latin typeface="Noto Sans" panose="020B0502040504020204" pitchFamily="34" charset="0"/>
                <a:ea typeface="Noto Sans" panose="020B0502040504020204" pitchFamily="34" charset="0"/>
                <a:cs typeface="Noto Sans" panose="020B0502040504020204" pitchFamily="34" charset="0"/>
              </a:rPr>
              <a:t>© OECD 2025</a:t>
            </a:r>
            <a:endParaRPr lang="en-US" sz="200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CD1CBC-E006-5B22-31AB-5BAF2D1D4E6E}"/>
              </a:ext>
            </a:extLst>
          </p:cNvPr>
          <p:cNvSpPr/>
          <p:nvPr/>
        </p:nvSpPr>
        <p:spPr>
          <a:xfrm>
            <a:off x="7848600" y="9715500"/>
            <a:ext cx="2667000" cy="571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198AAAF1-A842-6FB9-2288-C014C66036EE}"/>
              </a:ext>
            </a:extLst>
          </p:cNvPr>
          <p:cNvSpPr>
            <a:spLocks noChangeArrowheads="1"/>
          </p:cNvSpPr>
          <p:nvPr/>
        </p:nvSpPr>
        <p:spPr bwMode="auto">
          <a:xfrm>
            <a:off x="1357232" y="681075"/>
            <a:ext cx="15649736" cy="5153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This work is published under the responsibility of the Secretary-General of the OECD. The opinions expressed and arguments employed herein do not necessarily reflect the official views of OECD member countries.</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This document, as well as any data and any map included herein, are without prejudice to the status of or sovereignty over any territory, to the delimitation of international frontiers and boundaries and to the name of any territory, city or area.</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The statistical data for Israel are supplied by and are under the responsibility of the relevant Israeli authorities. The use of such data by the OECD is without prejudice to the status of the Golan Heights, East Jerusalem and Israeli settlements in the West Bank under the terms of international law.</a:t>
            </a:r>
          </a:p>
          <a:p>
            <a:pPr marL="0" marR="0" lvl="0" indent="0" algn="l" defTabSz="914400" rtl="0" eaLnBrk="0" fontAlgn="base" latinLnBrk="0" hangingPunct="0">
              <a:lnSpc>
                <a:spcPts val="2200"/>
              </a:lnSpc>
              <a:spcBef>
                <a:spcPct val="0"/>
              </a:spcBef>
              <a:spcAft>
                <a:spcPct val="0"/>
              </a:spcAft>
              <a:buClrTx/>
              <a:buSzTx/>
              <a:buFontTx/>
              <a:buNone/>
              <a:tabLst/>
            </a:pPr>
            <a:endParaRPr lang="en-GB" altLang="en-US" sz="160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endParaRPr lang="en-GB" altLang="en-US" sz="160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Photo credits: Cover </a:t>
            </a:r>
            <a:r>
              <a:rPr lang="en-GB" altLang="en-US" sz="1600">
                <a:solidFill>
                  <a:srgbClr val="000000"/>
                </a:solidFill>
                <a:latin typeface="Noto Sans" panose="020B0502040504020204" pitchFamily="34" charset="0"/>
                <a:ea typeface="Noto Sans" panose="020B0502040504020204" pitchFamily="34" charset="0"/>
                <a:cs typeface="Noto Sans" panose="020B0502040504020204" pitchFamily="34" charset="0"/>
              </a:rPr>
              <a:t>© Xavier Lorenzo/</a:t>
            </a: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Shutterstock</a:t>
            </a:r>
            <a:r>
              <a:rPr lang="en-GB" altLang="en-US" sz="1600">
                <a:solidFill>
                  <a:srgbClr val="000000"/>
                </a:solidFill>
                <a:latin typeface="Noto Sans" panose="020B0502040504020204" pitchFamily="34" charset="0"/>
                <a:ea typeface="Noto Sans" panose="020B0502040504020204" pitchFamily="34" charset="0"/>
                <a:cs typeface="Noto Sans" panose="020B0502040504020204" pitchFamily="34" charset="0"/>
              </a:rPr>
              <a:t>.com.</a:t>
            </a:r>
          </a:p>
          <a:p>
            <a:pPr eaLnBrk="0" fontAlgn="base" hangingPunct="0">
              <a:lnSpc>
                <a:spcPts val="2200"/>
              </a:lnSpc>
              <a:spcBef>
                <a:spcPct val="0"/>
              </a:spcBef>
              <a:spcAft>
                <a:spcPct val="0"/>
              </a:spcAft>
            </a:pPr>
            <a:r>
              <a:rPr lang="en-GB" altLang="en-US" sz="1600">
                <a:latin typeface="Noto Sans" panose="020B0502040504020204" pitchFamily="34" charset="0"/>
                <a:ea typeface="Noto Sans" panose="020B0502040504020204" pitchFamily="34" charset="0"/>
                <a:cs typeface="Noto Sans" panose="020B0502040504020204" pitchFamily="34" charset="0"/>
              </a:rPr>
              <a:t>© Monkey Business Images/</a:t>
            </a:r>
            <a:r>
              <a:rPr kumimoji="0" lang="en-GB" altLang="en-US" sz="1600" b="0" i="0" u="none" strike="noStrike" cap="none" normalizeH="0" baseline="0">
                <a:ln>
                  <a:noFill/>
                </a:ln>
                <a:effectLst/>
                <a:latin typeface="Noto Sans" panose="020B0502040504020204" pitchFamily="34" charset="0"/>
                <a:ea typeface="Noto Sans" panose="020B0502040504020204" pitchFamily="34" charset="0"/>
                <a:cs typeface="Noto Sans" panose="020B0502040504020204" pitchFamily="34" charset="0"/>
              </a:rPr>
              <a:t>Shutterstock</a:t>
            </a:r>
            <a:r>
              <a:rPr lang="en-GB" altLang="en-US" sz="1600">
                <a:latin typeface="Noto Sans" panose="020B0502040504020204" pitchFamily="34" charset="0"/>
                <a:ea typeface="Noto Sans" panose="020B0502040504020204" pitchFamily="34" charset="0"/>
                <a:cs typeface="Noto Sans" panose="020B0502040504020204" pitchFamily="34" charset="0"/>
              </a:rPr>
              <a:t>.com; © </a:t>
            </a:r>
            <a:r>
              <a:rPr lang="en-GB" altLang="en-US" sz="1600" err="1">
                <a:latin typeface="Noto Sans" panose="020B0502040504020204" pitchFamily="34" charset="0"/>
                <a:ea typeface="Noto Sans" panose="020B0502040504020204" pitchFamily="34" charset="0"/>
                <a:cs typeface="Noto Sans" panose="020B0502040504020204" pitchFamily="34" charset="0"/>
              </a:rPr>
              <a:t>Backgroundy</a:t>
            </a:r>
            <a:r>
              <a:rPr lang="en-GB" altLang="en-US" sz="1600">
                <a:latin typeface="Noto Sans" panose="020B0502040504020204" pitchFamily="34" charset="0"/>
                <a:ea typeface="Noto Sans" panose="020B0502040504020204" pitchFamily="34" charset="0"/>
                <a:cs typeface="Noto Sans" panose="020B0502040504020204" pitchFamily="34" charset="0"/>
              </a:rPr>
              <a:t>/Shutterstock.com; © epicurean/iStockphoto.com; © SDI Productions/iStockphoto.com; © Ground Picture/Shutterstock.com; © PeopleImages.com – Yuri A/Shutterstock.com; © Soumaya </a:t>
            </a:r>
            <a:r>
              <a:rPr lang="en-GB" altLang="en-US" sz="1600" err="1">
                <a:latin typeface="Noto Sans" panose="020B0502040504020204" pitchFamily="34" charset="0"/>
                <a:ea typeface="Noto Sans" panose="020B0502040504020204" pitchFamily="34" charset="0"/>
                <a:cs typeface="Noto Sans" panose="020B0502040504020204" pitchFamily="34" charset="0"/>
              </a:rPr>
              <a:t>Maghnouj</a:t>
            </a:r>
            <a:r>
              <a:rPr lang="en-GB" altLang="en-US" sz="1600">
                <a:latin typeface="Noto Sans" panose="020B0502040504020204" pitchFamily="34" charset="0"/>
                <a:ea typeface="Noto Sans" panose="020B0502040504020204" pitchFamily="34" charset="0"/>
                <a:cs typeface="Noto Sans" panose="020B0502040504020204" pitchFamily="34" charset="0"/>
              </a:rPr>
              <a:t>/OECD; © Drazen Zigic/Shutterstock.com.</a:t>
            </a:r>
            <a:endPar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endPar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p>
            <a:pPr eaLnBrk="0" fontAlgn="base" hangingPunct="0">
              <a:lnSpc>
                <a:spcPts val="2200"/>
              </a:lnSpc>
              <a:spcBef>
                <a:spcPct val="0"/>
              </a:spcBef>
              <a:spcAft>
                <a:spcPct val="0"/>
              </a:spcAft>
            </a:pP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Icon credits: </a:t>
            </a:r>
            <a:r>
              <a:rPr lang="en-GB" altLang="en-US" sz="160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Flaticon.com with contributions from </a:t>
            </a:r>
            <a:r>
              <a:rPr lang="en-US" sz="1600" err="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Freepik</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 </a:t>
            </a:r>
            <a:r>
              <a:rPr lang="en-US" sz="1600" err="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Eucalyp</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 </a:t>
            </a:r>
            <a:r>
              <a:rPr lang="en-US" sz="1600" err="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Shin_icons</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 </a:t>
            </a:r>
            <a:r>
              <a:rPr lang="en-US" sz="1600" err="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Kerismaker</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 </a:t>
            </a:r>
            <a:r>
              <a:rPr lang="en-US" sz="1600" err="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Smashicons</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 </a:t>
            </a:r>
            <a:r>
              <a:rPr lang="en-US" sz="1600" err="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Becris</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 </a:t>
            </a:r>
            <a:r>
              <a:rPr lang="en-US" sz="1600" err="1">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Grafixpoint</a:t>
            </a:r>
            <a:r>
              <a:rPr lang="en-US" sz="1600">
                <a:solidFill>
                  <a:srgbClr val="000000"/>
                </a:solidFill>
                <a:latin typeface="Noto Sans" panose="020B0502040504020204" pitchFamily="34" charset="0"/>
                <a:ea typeface="Noto Sans" panose="020B0502040504020204" pitchFamily="34" charset="0"/>
                <a:cs typeface="Noto Sans" panose="020B0502040504020204" pitchFamily="34" charset="0"/>
                <a:sym typeface="Noto Sans Italics"/>
              </a:rPr>
              <a:t> and SBTS2018.</a:t>
            </a:r>
          </a:p>
          <a:p>
            <a:pPr marL="0" marR="0" lvl="0" indent="0" algn="l" defTabSz="914400" rtl="0" eaLnBrk="0" fontAlgn="base" latinLnBrk="0" hangingPunct="0">
              <a:lnSpc>
                <a:spcPts val="2200"/>
              </a:lnSpc>
              <a:spcBef>
                <a:spcPct val="0"/>
              </a:spcBef>
              <a:spcAft>
                <a:spcPct val="0"/>
              </a:spcAft>
              <a:buClrTx/>
              <a:buSzTx/>
              <a:buFontTx/>
              <a:buNone/>
              <a:tabLst/>
            </a:pPr>
            <a:endPar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r>
              <a:rPr lang="en-GB" altLang="en-US" sz="1600">
                <a:solidFill>
                  <a:srgbClr val="000000"/>
                </a:solidFill>
                <a:latin typeface="Noto Sans" panose="020B0502040504020204" pitchFamily="34" charset="0"/>
                <a:ea typeface="Noto Sans" panose="020B0502040504020204" pitchFamily="34" charset="0"/>
                <a:cs typeface="Noto Sans" panose="020B0502040504020204" pitchFamily="34" charset="0"/>
              </a:rPr>
              <a:t>© OECD 2025</a:t>
            </a:r>
          </a:p>
          <a:p>
            <a:pPr marL="0" marR="0" lvl="0" indent="0" algn="l" defTabSz="914400" rtl="0" eaLnBrk="0" fontAlgn="base" latinLnBrk="0" hangingPunct="0">
              <a:lnSpc>
                <a:spcPts val="2200"/>
              </a:lnSpc>
              <a:spcBef>
                <a:spcPct val="0"/>
              </a:spcBef>
              <a:spcAft>
                <a:spcPct val="0"/>
              </a:spcAft>
              <a:buClrTx/>
              <a:buSzTx/>
              <a:buFontTx/>
              <a:buNone/>
              <a:tabLst/>
            </a:pPr>
            <a:endPar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endParaRPr lang="en-GB" altLang="en-US" sz="160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ts val="2200"/>
              </a:lnSpc>
              <a:spcBef>
                <a:spcPct val="0"/>
              </a:spcBef>
              <a:spcAft>
                <a:spcPct val="0"/>
              </a:spcAft>
              <a:buClrTx/>
              <a:buSzTx/>
              <a:buFontTx/>
              <a:buNone/>
              <a:tabLst/>
            </a:pP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sp>
        <p:nvSpPr>
          <p:cNvPr id="5" name="Rectangle 3">
            <a:extLst>
              <a:ext uri="{FF2B5EF4-FFF2-40B4-BE49-F238E27FC236}">
                <a16:creationId xmlns:a16="http://schemas.microsoft.com/office/drawing/2014/main" id="{A33A4C3C-0C6B-2ECC-844C-33DEEDD0C8B1}"/>
              </a:ext>
            </a:extLst>
          </p:cNvPr>
          <p:cNvSpPr>
            <a:spLocks noChangeArrowheads="1"/>
          </p:cNvSpPr>
          <p:nvPr/>
        </p:nvSpPr>
        <p:spPr bwMode="auto">
          <a:xfrm>
            <a:off x="1319132" y="5760524"/>
            <a:ext cx="15649736" cy="3736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Attribution 4.0 International (CC BY 4.0)</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This work is made available under the Creative Commons Attribution 4.0 International licence. By using this work, you accept to be bound by the terms of this licence (</a:t>
            </a: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hlinkClick r:id="rId2" tooltip="https://creativecommons.org/licenses/by/4.0/)."/>
              </a:rPr>
              <a:t>https://creativecommons.org/licenses/by/4.0/).</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Attribution – you must cite the work.</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Translations – you must cite the original work, identify changes to the original and add the following text: </a:t>
            </a:r>
            <a:r>
              <a:rPr kumimoji="0" lang="en-GB" altLang="en-US" sz="1600" b="0" i="1"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In the event of any discrepancy between the original work and the translation, only the text of original work should be considered valid.</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Adaptations – you must cite the original work and add the following text: </a:t>
            </a:r>
            <a:r>
              <a:rPr kumimoji="0" lang="en-GB" altLang="en-US" sz="1600" b="0" i="1"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This is an adaptation of an original work by the OECD. The opinions expressed and arguments employed in this adaptation should not be reported as representing the official views of the OECD or of its Member countries.</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Third-party material – the licence does not apply to third-party material in the work. If using such material, you are responsible for obtaining permission from the third party and for any claims of infringement.</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You must not use the OECD logo, visual identity or cover image without express permission or suggest the OECD endorses your use of the work.</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just" defTabSz="914400" rtl="0" eaLnBrk="0" fontAlgn="base" latinLnBrk="0" hangingPunct="0">
              <a:lnSpc>
                <a:spcPts val="2200"/>
              </a:lnSpc>
              <a:spcBef>
                <a:spcPct val="0"/>
              </a:spcBef>
              <a:spcAft>
                <a:spcPct val="0"/>
              </a:spcAft>
              <a:buClrTx/>
              <a:buSzTx/>
              <a:buFontTx/>
              <a:buNone/>
              <a:tabLst/>
            </a:pPr>
            <a:r>
              <a:rPr kumimoji="0" lang="en-GB" altLang="en-US" sz="1600" b="0" i="0" u="none" strike="noStrike" cap="none" normalizeH="0" baseline="0">
                <a:ln>
                  <a:noFill/>
                </a:ln>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Any dispute arising under this licence shall be settled by arbitration in accordance with the Permanent Court of Arbitration (PCA) Arbitration Rules 2012. The seat of arbitration shall be Paris (France). The number of arbitrators shall be one.</a:t>
            </a:r>
            <a:endParaRPr kumimoji="0" lang="en-GB" altLang="en-US" sz="16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8" name="Picture 1" descr="A grey and black sign with a person in a circle&#10;&#10;Description automatically generated">
            <a:extLst>
              <a:ext uri="{FF2B5EF4-FFF2-40B4-BE49-F238E27FC236}">
                <a16:creationId xmlns:a16="http://schemas.microsoft.com/office/drawing/2014/main" id="{31EE033C-963B-D838-A39E-355AB77F7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537" y="5468005"/>
            <a:ext cx="1657608" cy="585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670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7ECFD"/>
        </a:solidFill>
        <a:effectLst/>
      </p:bgPr>
    </p:bg>
    <p:spTree>
      <p:nvGrpSpPr>
        <p:cNvPr id="1" name=""/>
        <p:cNvGrpSpPr/>
        <p:nvPr/>
      </p:nvGrpSpPr>
      <p:grpSpPr>
        <a:xfrm>
          <a:off x="0" y="0"/>
          <a:ext cx="0" cy="0"/>
          <a:chOff x="0" y="0"/>
          <a:chExt cx="0" cy="0"/>
        </a:xfrm>
      </p:grpSpPr>
      <p:sp>
        <p:nvSpPr>
          <p:cNvPr id="6" name="Freeform 6"/>
          <p:cNvSpPr/>
          <p:nvPr/>
        </p:nvSpPr>
        <p:spPr>
          <a:xfrm>
            <a:off x="7044290" y="9396263"/>
            <a:ext cx="4227995" cy="404708"/>
          </a:xfrm>
          <a:custGeom>
            <a:avLst/>
            <a:gdLst/>
            <a:ahLst/>
            <a:cxnLst/>
            <a:rect l="l" t="t" r="r" b="b"/>
            <a:pathLst>
              <a:path w="5637327" h="539610">
                <a:moveTo>
                  <a:pt x="0" y="0"/>
                </a:moveTo>
                <a:lnTo>
                  <a:pt x="5637327" y="0"/>
                </a:lnTo>
                <a:lnTo>
                  <a:pt x="5637327" y="539610"/>
                </a:lnTo>
                <a:lnTo>
                  <a:pt x="0" y="539610"/>
                </a:lnTo>
                <a:close/>
              </a:path>
            </a:pathLst>
          </a:custGeom>
          <a:solidFill>
            <a:srgbClr val="000000">
              <a:alpha val="0"/>
            </a:srgbClr>
          </a:solidFill>
        </p:spPr>
        <p:txBody>
          <a:bodyPr/>
          <a:lstStyle/>
          <a:p>
            <a:endParaRPr lang="en-US"/>
          </a:p>
        </p:txBody>
      </p:sp>
      <p:grpSp>
        <p:nvGrpSpPr>
          <p:cNvPr id="8" name="Group 8"/>
          <p:cNvGrpSpPr/>
          <p:nvPr/>
        </p:nvGrpSpPr>
        <p:grpSpPr>
          <a:xfrm>
            <a:off x="2413801" y="1629700"/>
            <a:ext cx="13468086" cy="3097171"/>
            <a:chOff x="0" y="0"/>
            <a:chExt cx="17957448" cy="4129561"/>
          </a:xfrm>
        </p:grpSpPr>
        <p:sp>
          <p:nvSpPr>
            <p:cNvPr id="9" name="Freeform 9"/>
            <p:cNvSpPr/>
            <p:nvPr/>
          </p:nvSpPr>
          <p:spPr>
            <a:xfrm>
              <a:off x="0" y="0"/>
              <a:ext cx="17957448" cy="3949476"/>
            </a:xfrm>
            <a:custGeom>
              <a:avLst/>
              <a:gdLst/>
              <a:ahLst/>
              <a:cxnLst/>
              <a:rect l="l" t="t" r="r" b="b"/>
              <a:pathLst>
                <a:path w="17957448" h="3949476">
                  <a:moveTo>
                    <a:pt x="0" y="0"/>
                  </a:moveTo>
                  <a:lnTo>
                    <a:pt x="17957448" y="0"/>
                  </a:lnTo>
                  <a:lnTo>
                    <a:pt x="17957448" y="3949476"/>
                  </a:lnTo>
                  <a:lnTo>
                    <a:pt x="0" y="3949476"/>
                  </a:lnTo>
                  <a:close/>
                </a:path>
              </a:pathLst>
            </a:custGeom>
            <a:solidFill>
              <a:srgbClr val="000000">
                <a:alpha val="0"/>
              </a:srgbClr>
            </a:solidFill>
          </p:spPr>
          <p:txBody>
            <a:bodyPr/>
            <a:lstStyle/>
            <a:p>
              <a:endParaRPr lang="en-US"/>
            </a:p>
          </p:txBody>
        </p:sp>
        <p:sp>
          <p:nvSpPr>
            <p:cNvPr id="10" name="TextBox 10"/>
            <p:cNvSpPr txBox="1"/>
            <p:nvPr/>
          </p:nvSpPr>
          <p:spPr>
            <a:xfrm>
              <a:off x="645048" y="170560"/>
              <a:ext cx="16695199" cy="3959001"/>
            </a:xfrm>
            <a:prstGeom prst="rect">
              <a:avLst/>
            </a:prstGeom>
          </p:spPr>
          <p:txBody>
            <a:bodyPr lIns="0" tIns="0" rIns="0" bIns="0" rtlCol="0" anchor="t"/>
            <a:lstStyle/>
            <a:p>
              <a:pPr algn="just">
                <a:lnSpc>
                  <a:spcPts val="2400"/>
                </a:lnSpc>
              </a:pPr>
              <a:r>
                <a:rPr lang="en-US" sz="2000">
                  <a:solidFill>
                    <a:srgbClr val="000000"/>
                  </a:solidFill>
                  <a:latin typeface="Noto Sans"/>
                  <a:ea typeface="Noto Sans"/>
                  <a:cs typeface="Noto Sans"/>
                  <a:sym typeface="Noto Sans"/>
                </a:rPr>
                <a:t>PISA is </a:t>
              </a:r>
              <a:r>
                <a:rPr lang="en-US" sz="2000" err="1">
                  <a:solidFill>
                    <a:srgbClr val="000000"/>
                  </a:solidFill>
                  <a:latin typeface="Noto Sans"/>
                  <a:ea typeface="Noto Sans"/>
                  <a:cs typeface="Noto Sans"/>
                  <a:sym typeface="Noto Sans"/>
                </a:rPr>
                <a:t>organised</a:t>
              </a:r>
              <a:r>
                <a:rPr lang="en-US" sz="2000">
                  <a:solidFill>
                    <a:srgbClr val="000000"/>
                  </a:solidFill>
                  <a:latin typeface="Noto Sans"/>
                  <a:ea typeface="Noto Sans"/>
                  <a:cs typeface="Noto Sans"/>
                  <a:sym typeface="Noto Sans"/>
                </a:rPr>
                <a:t> by the </a:t>
              </a:r>
              <a:r>
                <a:rPr lang="en-US" sz="2000" err="1">
                  <a:solidFill>
                    <a:srgbClr val="000000"/>
                  </a:solidFill>
                  <a:latin typeface="Noto Sans"/>
                  <a:ea typeface="Noto Sans"/>
                  <a:cs typeface="Noto Sans"/>
                  <a:sym typeface="Noto Sans"/>
                </a:rPr>
                <a:t>Organisation</a:t>
              </a:r>
              <a:r>
                <a:rPr lang="en-US" sz="2000">
                  <a:solidFill>
                    <a:srgbClr val="000000"/>
                  </a:solidFill>
                  <a:latin typeface="Noto Sans"/>
                  <a:ea typeface="Noto Sans"/>
                  <a:cs typeface="Noto Sans"/>
                  <a:sym typeface="Noto Sans"/>
                </a:rPr>
                <a:t> for Economic Co-operation and Development (OECD). The OECD is an international </a:t>
              </a:r>
              <a:r>
                <a:rPr lang="en-US" sz="2000" err="1">
                  <a:solidFill>
                    <a:srgbClr val="000000"/>
                  </a:solidFill>
                  <a:latin typeface="Noto Sans"/>
                  <a:ea typeface="Noto Sans"/>
                  <a:cs typeface="Noto Sans"/>
                  <a:sym typeface="Noto Sans"/>
                </a:rPr>
                <a:t>organisation</a:t>
              </a:r>
              <a:r>
                <a:rPr lang="en-US" sz="2000">
                  <a:solidFill>
                    <a:srgbClr val="000000"/>
                  </a:solidFill>
                  <a:latin typeface="Noto Sans"/>
                  <a:ea typeface="Noto Sans"/>
                  <a:cs typeface="Noto Sans"/>
                  <a:sym typeface="Noto Sans"/>
                </a:rPr>
                <a:t> that works to build better policies for better lives. We draw on more than 60 years of experience and insights to shape policies that foster prosperity and opportunity, underpinned by equality and well-being.</a:t>
              </a:r>
            </a:p>
            <a:p>
              <a:pPr algn="just">
                <a:lnSpc>
                  <a:spcPts val="2400"/>
                </a:lnSpc>
              </a:pPr>
              <a:endParaRPr lang="en-US" sz="2000">
                <a:solidFill>
                  <a:srgbClr val="000000"/>
                </a:solidFill>
                <a:latin typeface="Noto Sans"/>
                <a:ea typeface="Noto Sans"/>
                <a:cs typeface="Noto Sans"/>
                <a:sym typeface="Noto Sans"/>
              </a:endParaRPr>
            </a:p>
            <a:p>
              <a:pPr algn="just">
                <a:lnSpc>
                  <a:spcPts val="2400"/>
                </a:lnSpc>
              </a:pPr>
              <a:r>
                <a:rPr lang="en-US" sz="2000">
                  <a:solidFill>
                    <a:srgbClr val="000000"/>
                  </a:solidFill>
                  <a:latin typeface="Noto Sans"/>
                  <a:ea typeface="Noto Sans"/>
                  <a:cs typeface="Noto Sans"/>
                  <a:sym typeface="Noto Sans"/>
                </a:rPr>
                <a:t>We work closely with policy makers, stakeholders and citizens to establish evidence-based international standards and to find solutions to social, economic and environmental challenges. From improving economic performance and strengthening policies to fight climate change to bolstering education and fighting international tax evasion, the OECD is a unique forum and knowledge hub for data, analysis and best practices in public policy. Our core aim is to set international standards and support their implementation – and help countries forge a path towards stronger, fairer and cleaner societies.</a:t>
              </a:r>
            </a:p>
          </p:txBody>
        </p:sp>
      </p:grpSp>
      <p:sp>
        <p:nvSpPr>
          <p:cNvPr id="14" name="Freeform 14"/>
          <p:cNvSpPr/>
          <p:nvPr/>
        </p:nvSpPr>
        <p:spPr>
          <a:xfrm>
            <a:off x="5116154" y="7718013"/>
            <a:ext cx="8059622" cy="745185"/>
          </a:xfrm>
          <a:custGeom>
            <a:avLst/>
            <a:gdLst/>
            <a:ahLst/>
            <a:cxnLst/>
            <a:rect l="l" t="t" r="r" b="b"/>
            <a:pathLst>
              <a:path w="10746163" h="993580">
                <a:moveTo>
                  <a:pt x="0" y="0"/>
                </a:moveTo>
                <a:lnTo>
                  <a:pt x="10746163" y="0"/>
                </a:lnTo>
                <a:lnTo>
                  <a:pt x="10746163" y="993580"/>
                </a:lnTo>
                <a:lnTo>
                  <a:pt x="0" y="993580"/>
                </a:lnTo>
                <a:close/>
              </a:path>
            </a:pathLst>
          </a:custGeom>
          <a:solidFill>
            <a:srgbClr val="000000">
              <a:alpha val="0"/>
            </a:srgbClr>
          </a:solidFill>
        </p:spPr>
        <p:txBody>
          <a:bodyPr/>
          <a:lstStyle/>
          <a:p>
            <a:endParaRPr lang="en-US"/>
          </a:p>
        </p:txBody>
      </p:sp>
      <p:pic>
        <p:nvPicPr>
          <p:cNvPr id="20" name="Picture 19" descr="A grey circle and a black background&#10;&#10;AI-generated content may be incorrect.">
            <a:extLst>
              <a:ext uri="{FF2B5EF4-FFF2-40B4-BE49-F238E27FC236}">
                <a16:creationId xmlns:a16="http://schemas.microsoft.com/office/drawing/2014/main" id="{3D052ABC-1FCF-6B86-603F-19BFD8FB64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10090" y="6586039"/>
            <a:ext cx="3067820" cy="732226"/>
          </a:xfrm>
          <a:prstGeom prst="rect">
            <a:avLst/>
          </a:prstGeom>
        </p:spPr>
      </p:pic>
      <p:sp>
        <p:nvSpPr>
          <p:cNvPr id="21" name="TextBox 20">
            <a:extLst>
              <a:ext uri="{FF2B5EF4-FFF2-40B4-BE49-F238E27FC236}">
                <a16:creationId xmlns:a16="http://schemas.microsoft.com/office/drawing/2014/main" id="{18748F22-6112-4E98-C265-D947C7493424}"/>
              </a:ext>
            </a:extLst>
          </p:cNvPr>
          <p:cNvSpPr txBox="1"/>
          <p:nvPr/>
        </p:nvSpPr>
        <p:spPr>
          <a:xfrm>
            <a:off x="8070757" y="9769504"/>
            <a:ext cx="3052168" cy="464620"/>
          </a:xfrm>
          <a:prstGeom prst="rect">
            <a:avLst/>
          </a:prstGeom>
          <a:solidFill>
            <a:srgbClr val="D7ECFD"/>
          </a:solidFill>
        </p:spPr>
        <p:txBody>
          <a:bodyPr wrap="square">
            <a:spAutoFit/>
          </a:bodyPr>
          <a:lstStyle/>
          <a:p>
            <a:endParaRPr lang="en-US" sz="110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107b037-0cb1-47e5-b5aa-8e7cc37e5c39" xsi:nil="true"/>
    <lcf76f155ced4ddcb4097134ff3c332f xmlns="9386251c-c754-4a6c-90dd-93fdc1e17d91">
      <Terms xmlns="http://schemas.microsoft.com/office/infopath/2007/PartnerControls"/>
    </lcf76f155ced4ddcb4097134ff3c332f>
    <Notes xmlns="9386251c-c754-4a6c-90dd-93fdc1e17d91" xsi:nil="true"/>
    <TranslatedLang xmlns="9386251c-c754-4a6c-90dd-93fdc1e17d9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C1CB4E21E376642A871B4BBBF376111" ma:contentTypeVersion="16" ma:contentTypeDescription="Create a new document." ma:contentTypeScope="" ma:versionID="752662ed4c37896082ec89266dc53e4c">
  <xsd:schema xmlns:xsd="http://www.w3.org/2001/XMLSchema" xmlns:xs="http://www.w3.org/2001/XMLSchema" xmlns:p="http://schemas.microsoft.com/office/2006/metadata/properties" xmlns:ns2="9386251c-c754-4a6c-90dd-93fdc1e17d91" xmlns:ns3="9107b037-0cb1-47e5-b5aa-8e7cc37e5c39" targetNamespace="http://schemas.microsoft.com/office/2006/metadata/properties" ma:root="true" ma:fieldsID="8025678b38e18969755f59cb6a84d1d2" ns2:_="" ns3:_="">
    <xsd:import namespace="9386251c-c754-4a6c-90dd-93fdc1e17d91"/>
    <xsd:import namespace="9107b037-0cb1-47e5-b5aa-8e7cc37e5c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Notes" minOccurs="0"/>
                <xsd:element ref="ns2:MediaServiceLocation" minOccurs="0"/>
                <xsd:element ref="ns2:TranslatedLan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86251c-c754-4a6c-90dd-93fdc1e17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4acc8d3-66d8-4f7f-ac2f-7fccaf6b6ed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Notes" ma:index="21" nillable="true" ma:displayName="Notes" ma:format="Dropdown" ma:internalName="Notes">
      <xsd:simpleType>
        <xsd:restriction base="dms:Text">
          <xsd:maxLength value="255"/>
        </xsd:restriction>
      </xsd:simpleType>
    </xsd:element>
    <xsd:element name="MediaServiceLocation" ma:index="22" nillable="true" ma:displayName="Location" ma:description="" ma:indexed="true" ma:internalName="MediaServiceLocation" ma:readOnly="true">
      <xsd:simpleType>
        <xsd:restriction base="dms:Text"/>
      </xsd:simpleType>
    </xsd:element>
    <xsd:element name="TranslatedLang" ma:index="23" nillable="true" ma:displayName="Translated Language" ma:internalName="TranslatedLang">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07b037-0cb1-47e5-b5aa-8e7cc37e5c3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f7b583d-2f8f-4825-9c51-3524deb2b25a}" ma:internalName="TaxCatchAll" ma:showField="CatchAllData" ma:web="9107b037-0cb1-47e5-b5aa-8e7cc37e5c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9D7EFE-C061-4C4F-9095-245C6E581A58}">
  <ds:schemaRefs>
    <ds:schemaRef ds:uri="http://schemas.microsoft.com/sharepoint/v3/contenttype/forms"/>
  </ds:schemaRefs>
</ds:datastoreItem>
</file>

<file path=customXml/itemProps2.xml><?xml version="1.0" encoding="utf-8"?>
<ds:datastoreItem xmlns:ds="http://schemas.openxmlformats.org/officeDocument/2006/customXml" ds:itemID="{1E1DDA59-333C-44B8-AE59-1CA4546B663D}">
  <ds:schemaRefs>
    <ds:schemaRef ds:uri="http://purl.org/dc/terms/"/>
    <ds:schemaRef ds:uri="http://www.w3.org/XML/1998/namespace"/>
    <ds:schemaRef ds:uri="http://purl.org/dc/dcmitype/"/>
    <ds:schemaRef ds:uri="http://purl.org/dc/elements/1.1/"/>
    <ds:schemaRef ds:uri="http://schemas.microsoft.com/office/2006/metadata/properties"/>
    <ds:schemaRef ds:uri="http://schemas.openxmlformats.org/package/2006/metadata/core-properties"/>
    <ds:schemaRef ds:uri="e03a2f39-e7a7-44c4-b1df-f2ba0b53b039"/>
    <ds:schemaRef ds:uri="http://schemas.microsoft.com/office/2006/documentManagement/types"/>
    <ds:schemaRef ds:uri="http://schemas.microsoft.com/office/infopath/2007/PartnerControls"/>
    <ds:schemaRef ds:uri="41b49356-50f9-4eff-b7e4-eb29625b80f7"/>
  </ds:schemaRefs>
</ds:datastoreItem>
</file>

<file path=customXml/itemProps3.xml><?xml version="1.0" encoding="utf-8"?>
<ds:datastoreItem xmlns:ds="http://schemas.openxmlformats.org/officeDocument/2006/customXml" ds:itemID="{7C43DACB-5643-4F23-9DF7-9AA2F6843AA5}"/>
</file>

<file path=docProps/app.xml><?xml version="1.0" encoding="utf-8"?>
<Properties xmlns="http://schemas.openxmlformats.org/officeDocument/2006/extended-properties" xmlns:vt="http://schemas.openxmlformats.org/officeDocument/2006/docPropsVTypes">
  <TotalTime>2</TotalTime>
  <Words>1353</Words>
  <Application>Microsoft Office PowerPoint</Application>
  <PresentationFormat>Custom</PresentationFormat>
  <Paragraphs>189</Paragraphs>
  <Slides>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Ink Free</vt:lpstr>
      <vt:lpstr>Aptos</vt:lpstr>
      <vt:lpstr>Arial</vt:lpstr>
      <vt:lpstr>Calibri (MS)</vt:lpstr>
      <vt:lpstr>Calibri</vt:lpstr>
      <vt:lpstr>Noto Sans</vt:lpstr>
      <vt:lpstr>Noto Sans Bold</vt:lpstr>
      <vt:lpstr>Dreaming Outloud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Modern Professional Business Presentation</dc:title>
  <dc:creator>CHRISTOFIDES Sarah, EDU/ECS</dc:creator>
  <cp:lastModifiedBy>THOMAS Katherina, EDU/ECS</cp:lastModifiedBy>
  <cp:revision>3</cp:revision>
  <dcterms:created xsi:type="dcterms:W3CDTF">2006-08-16T00:00:00Z</dcterms:created>
  <dcterms:modified xsi:type="dcterms:W3CDTF">2026-09-15T08:20:37Z</dcterms:modified>
  <dc:identifier>DAGlj8YhWnw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5510b0-e729-4ef0-a3dd-4ba0dfe56c99_Enabled">
    <vt:lpwstr>true</vt:lpwstr>
  </property>
  <property fmtid="{D5CDD505-2E9C-101B-9397-08002B2CF9AE}" pid="3" name="MSIP_Label_0e5510b0-e729-4ef0-a3dd-4ba0dfe56c99_SetDate">
    <vt:lpwstr>2025-04-28T08:52:24Z</vt:lpwstr>
  </property>
  <property fmtid="{D5CDD505-2E9C-101B-9397-08002B2CF9AE}" pid="4" name="MSIP_Label_0e5510b0-e729-4ef0-a3dd-4ba0dfe56c99_Method">
    <vt:lpwstr>Standard</vt:lpwstr>
  </property>
  <property fmtid="{D5CDD505-2E9C-101B-9397-08002B2CF9AE}" pid="5" name="MSIP_Label_0e5510b0-e729-4ef0-a3dd-4ba0dfe56c99_Name">
    <vt:lpwstr>Restricted Use</vt:lpwstr>
  </property>
  <property fmtid="{D5CDD505-2E9C-101B-9397-08002B2CF9AE}" pid="6" name="MSIP_Label_0e5510b0-e729-4ef0-a3dd-4ba0dfe56c99_SiteId">
    <vt:lpwstr>ac41c7d4-1f61-460d-b0f4-fc925a2b471c</vt:lpwstr>
  </property>
  <property fmtid="{D5CDD505-2E9C-101B-9397-08002B2CF9AE}" pid="7" name="MSIP_Label_0e5510b0-e729-4ef0-a3dd-4ba0dfe56c99_ActionId">
    <vt:lpwstr>46043041-98ea-444c-bcc4-b8a2e8ef7baf</vt:lpwstr>
  </property>
  <property fmtid="{D5CDD505-2E9C-101B-9397-08002B2CF9AE}" pid="8" name="MSIP_Label_0e5510b0-e729-4ef0-a3dd-4ba0dfe56c99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Restricted Use - À usage restreint</vt:lpwstr>
  </property>
  <property fmtid="{D5CDD505-2E9C-101B-9397-08002B2CF9AE}" pid="11" name="ContentTypeId">
    <vt:lpwstr>0x0101009C1CB4E21E376642A871B4BBBF376111</vt:lpwstr>
  </property>
  <property fmtid="{D5CDD505-2E9C-101B-9397-08002B2CF9AE}" pid="12" name="MediaServiceImageTags">
    <vt:lpwstr/>
  </property>
</Properties>
</file>